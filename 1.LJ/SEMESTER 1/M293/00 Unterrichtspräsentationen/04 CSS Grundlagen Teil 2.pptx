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9" r:id="rId5"/>
    <p:sldId id="261" r:id="rId6"/>
    <p:sldId id="273" r:id="rId7"/>
    <p:sldId id="313" r:id="rId8"/>
    <p:sldId id="296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4" r:id="rId17"/>
    <p:sldId id="289" r:id="rId18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D3"/>
    <a:srgbClr val="A52A2A"/>
    <a:srgbClr val="C0C0F3"/>
    <a:srgbClr val="B1B1F0"/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51894-5B9F-4020-9C7B-59BCF1A098C1}" v="22" dt="2025-09-08T11:14:07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BZW;FMZ; Wicki Michael (Lehrperson)" userId="3f751286-0333-4a5b-a1bf-0c4eee9565b5" providerId="ADAL" clId="{D03D3322-2906-45DA-A640-8F899A5B7F9D}"/>
    <pc:docChg chg="custSel addSld modSld">
      <pc:chgData name="BBZW;FMZ; Wicki Michael (Lehrperson)" userId="3f751286-0333-4a5b-a1bf-0c4eee9565b5" providerId="ADAL" clId="{D03D3322-2906-45DA-A640-8F899A5B7F9D}" dt="2025-09-08T11:14:02.291" v="109" actId="1076"/>
      <pc:docMkLst>
        <pc:docMk/>
      </pc:docMkLst>
      <pc:sldChg chg="addSp modSp mod">
        <pc:chgData name="BBZW;FMZ; Wicki Michael (Lehrperson)" userId="3f751286-0333-4a5b-a1bf-0c4eee9565b5" providerId="ADAL" clId="{D03D3322-2906-45DA-A640-8F899A5B7F9D}" dt="2025-09-08T11:14:02.291" v="109" actId="1076"/>
        <pc:sldMkLst>
          <pc:docMk/>
          <pc:sldMk cId="3385295380" sldId="312"/>
        </pc:sldMkLst>
        <pc:spChg chg="mod">
          <ac:chgData name="BBZW;FMZ; Wicki Michael (Lehrperson)" userId="3f751286-0333-4a5b-a1bf-0c4eee9565b5" providerId="ADAL" clId="{D03D3322-2906-45DA-A640-8F899A5B7F9D}" dt="2025-09-08T11:11:19.105" v="105" actId="20577"/>
          <ac:spMkLst>
            <pc:docMk/>
            <pc:sldMk cId="3385295380" sldId="312"/>
            <ac:spMk id="2" creationId="{85A15072-2445-5152-0E4B-55E42BFEC290}"/>
          </ac:spMkLst>
        </pc:spChg>
        <pc:spChg chg="mod">
          <ac:chgData name="BBZW;FMZ; Wicki Michael (Lehrperson)" userId="3f751286-0333-4a5b-a1bf-0c4eee9565b5" providerId="ADAL" clId="{D03D3322-2906-45DA-A640-8F899A5B7F9D}" dt="2025-09-08T11:04:30.665" v="4" actId="20577"/>
          <ac:spMkLst>
            <pc:docMk/>
            <pc:sldMk cId="3385295380" sldId="312"/>
            <ac:spMk id="6" creationId="{5F145B4E-E1D6-055E-A9BB-E2560F06A074}"/>
          </ac:spMkLst>
        </pc:spChg>
        <pc:spChg chg="add mod">
          <ac:chgData name="BBZW;FMZ; Wicki Michael (Lehrperson)" userId="3f751286-0333-4a5b-a1bf-0c4eee9565b5" providerId="ADAL" clId="{D03D3322-2906-45DA-A640-8F899A5B7F9D}" dt="2025-09-08T11:14:02.291" v="109" actId="1076"/>
          <ac:spMkLst>
            <pc:docMk/>
            <pc:sldMk cId="3385295380" sldId="312"/>
            <ac:spMk id="8" creationId="{CB13B981-F2A0-BF90-0508-CEC30B176A17}"/>
          </ac:spMkLst>
        </pc:spChg>
      </pc:sldChg>
      <pc:sldChg chg="addSp modSp new mod">
        <pc:chgData name="BBZW;FMZ; Wicki Michael (Lehrperson)" userId="3f751286-0333-4a5b-a1bf-0c4eee9565b5" providerId="ADAL" clId="{D03D3322-2906-45DA-A640-8F899A5B7F9D}" dt="2025-09-08T11:13:41.117" v="107" actId="1076"/>
        <pc:sldMkLst>
          <pc:docMk/>
          <pc:sldMk cId="4113038521" sldId="314"/>
        </pc:sldMkLst>
        <pc:spChg chg="mod">
          <ac:chgData name="BBZW;FMZ; Wicki Michael (Lehrperson)" userId="3f751286-0333-4a5b-a1bf-0c4eee9565b5" providerId="ADAL" clId="{D03D3322-2906-45DA-A640-8F899A5B7F9D}" dt="2025-09-08T11:05:50.790" v="42" actId="20577"/>
          <ac:spMkLst>
            <pc:docMk/>
            <pc:sldMk cId="4113038521" sldId="314"/>
            <ac:spMk id="2" creationId="{42B57B55-9246-645E-EB0F-B20B61E65C51}"/>
          </ac:spMkLst>
        </pc:spChg>
        <pc:spChg chg="mod">
          <ac:chgData name="BBZW;FMZ; Wicki Michael (Lehrperson)" userId="3f751286-0333-4a5b-a1bf-0c4eee9565b5" providerId="ADAL" clId="{D03D3322-2906-45DA-A640-8F899A5B7F9D}" dt="2025-09-08T11:05:32.377" v="33" actId="20577"/>
          <ac:spMkLst>
            <pc:docMk/>
            <pc:sldMk cId="4113038521" sldId="314"/>
            <ac:spMk id="6" creationId="{595ABBFF-BCF1-E067-7E1B-99E33DF90AF5}"/>
          </ac:spMkLst>
        </pc:spChg>
        <pc:spChg chg="add">
          <ac:chgData name="BBZW;FMZ; Wicki Michael (Lehrperson)" userId="3f751286-0333-4a5b-a1bf-0c4eee9565b5" providerId="ADAL" clId="{D03D3322-2906-45DA-A640-8F899A5B7F9D}" dt="2025-09-08T11:05:38.597" v="36"/>
          <ac:spMkLst>
            <pc:docMk/>
            <pc:sldMk cId="4113038521" sldId="314"/>
            <ac:spMk id="7" creationId="{8F54151E-08EF-C5E5-7319-F5E377AA9837}"/>
          </ac:spMkLst>
        </pc:spChg>
        <pc:spChg chg="add mod">
          <ac:chgData name="BBZW;FMZ; Wicki Michael (Lehrperson)" userId="3f751286-0333-4a5b-a1bf-0c4eee9565b5" providerId="ADAL" clId="{D03D3322-2906-45DA-A640-8F899A5B7F9D}" dt="2025-09-08T11:13:41.117" v="107" actId="1076"/>
          <ac:spMkLst>
            <pc:docMk/>
            <pc:sldMk cId="4113038521" sldId="314"/>
            <ac:spMk id="9" creationId="{03621FD2-F711-4E4D-C5A2-793C64DB725B}"/>
          </ac:spMkLst>
        </pc:spChg>
      </pc:sldChg>
    </pc:docChg>
  </pc:docChgLst>
  <pc:docChgLst>
    <pc:chgData name="BBZW;FMZ; Wicki Michael (Lehrperson)" userId="3f751286-0333-4a5b-a1bf-0c4eee9565b5" providerId="ADAL" clId="{770A1572-A301-46DB-BDA2-8A072A2A62A9}"/>
    <pc:docChg chg="modSld">
      <pc:chgData name="BBZW;FMZ; Wicki Michael (Lehrperson)" userId="3f751286-0333-4a5b-a1bf-0c4eee9565b5" providerId="ADAL" clId="{770A1572-A301-46DB-BDA2-8A072A2A62A9}" dt="2024-01-31T12:10:21.037" v="1"/>
      <pc:docMkLst>
        <pc:docMk/>
      </pc:docMkLst>
      <pc:sldChg chg="modSp mod">
        <pc:chgData name="BBZW;FMZ; Wicki Michael (Lehrperson)" userId="3f751286-0333-4a5b-a1bf-0c4eee9565b5" providerId="ADAL" clId="{770A1572-A301-46DB-BDA2-8A072A2A62A9}" dt="2024-01-31T12:10:21.037" v="1"/>
        <pc:sldMkLst>
          <pc:docMk/>
          <pc:sldMk cId="4178680484" sldId="290"/>
        </pc:sldMkLst>
      </pc:sldChg>
    </pc:docChg>
  </pc:docChgLst>
  <pc:docChgLst>
    <pc:chgData name="Michael Wicki" userId="9abe09b22e4fdb5c" providerId="LiveId" clId="{12F4AE18-4666-4DEA-B19D-50408717B1E6}"/>
    <pc:docChg chg="undo custSel addSld delSld modSld sldOrd">
      <pc:chgData name="Michael Wicki" userId="9abe09b22e4fdb5c" providerId="LiveId" clId="{12F4AE18-4666-4DEA-B19D-50408717B1E6}" dt="2024-01-30T09:43:24.768" v="5035" actId="20577"/>
      <pc:docMkLst>
        <pc:docMk/>
      </pc:docMkLst>
      <pc:sldChg chg="modSp mod">
        <pc:chgData name="Michael Wicki" userId="9abe09b22e4fdb5c" providerId="LiveId" clId="{12F4AE18-4666-4DEA-B19D-50408717B1E6}" dt="2024-01-30T09:43:24.768" v="5035" actId="20577"/>
        <pc:sldMkLst>
          <pc:docMk/>
          <pc:sldMk cId="4215852396" sldId="259"/>
        </pc:sldMkLst>
      </pc:sldChg>
      <pc:sldChg chg="del">
        <pc:chgData name="Michael Wicki" userId="9abe09b22e4fdb5c" providerId="LiveId" clId="{12F4AE18-4666-4DEA-B19D-50408717B1E6}" dt="2024-01-27T18:15:15.061" v="3091" actId="47"/>
        <pc:sldMkLst>
          <pc:docMk/>
          <pc:sldMk cId="2662203305" sldId="260"/>
        </pc:sldMkLst>
      </pc:sldChg>
      <pc:sldChg chg="modSp mod">
        <pc:chgData name="Michael Wicki" userId="9abe09b22e4fdb5c" providerId="LiveId" clId="{12F4AE18-4666-4DEA-B19D-50408717B1E6}" dt="2024-01-30T08:47:03.815" v="4717" actId="20577"/>
        <pc:sldMkLst>
          <pc:docMk/>
          <pc:sldMk cId="2841948806" sldId="261"/>
        </pc:sldMkLst>
      </pc:sldChg>
      <pc:sldChg chg="modSp del mod">
        <pc:chgData name="Michael Wicki" userId="9abe09b22e4fdb5c" providerId="LiveId" clId="{12F4AE18-4666-4DEA-B19D-50408717B1E6}" dt="2024-01-27T18:15:00.023" v="3085" actId="47"/>
        <pc:sldMkLst>
          <pc:docMk/>
          <pc:sldMk cId="980920978" sldId="262"/>
        </pc:sldMkLst>
      </pc:sldChg>
      <pc:sldChg chg="modSp del mod ord">
        <pc:chgData name="Michael Wicki" userId="9abe09b22e4fdb5c" providerId="LiveId" clId="{12F4AE18-4666-4DEA-B19D-50408717B1E6}" dt="2024-01-27T15:47:59.780" v="1458" actId="47"/>
        <pc:sldMkLst>
          <pc:docMk/>
          <pc:sldMk cId="1567451325" sldId="263"/>
        </pc:sldMkLst>
      </pc:sldChg>
      <pc:sldChg chg="modSp mod">
        <pc:chgData name="Michael Wicki" userId="9abe09b22e4fdb5c" providerId="LiveId" clId="{12F4AE18-4666-4DEA-B19D-50408717B1E6}" dt="2024-01-27T15:48:23.301" v="1476" actId="20577"/>
        <pc:sldMkLst>
          <pc:docMk/>
          <pc:sldMk cId="193402935" sldId="264"/>
        </pc:sldMkLst>
      </pc:sldChg>
      <pc:sldChg chg="modSp del mod">
        <pc:chgData name="Michael Wicki" userId="9abe09b22e4fdb5c" providerId="LiveId" clId="{12F4AE18-4666-4DEA-B19D-50408717B1E6}" dt="2024-01-27T18:15:04.507" v="3087" actId="47"/>
        <pc:sldMkLst>
          <pc:docMk/>
          <pc:sldMk cId="3671667540" sldId="265"/>
        </pc:sldMkLst>
      </pc:sldChg>
      <pc:sldChg chg="modSp del mod">
        <pc:chgData name="Michael Wicki" userId="9abe09b22e4fdb5c" providerId="LiveId" clId="{12F4AE18-4666-4DEA-B19D-50408717B1E6}" dt="2024-01-27T18:15:07.503" v="3088" actId="47"/>
        <pc:sldMkLst>
          <pc:docMk/>
          <pc:sldMk cId="2962151881" sldId="266"/>
        </pc:sldMkLst>
      </pc:sldChg>
      <pc:sldChg chg="modSp del mod">
        <pc:chgData name="Michael Wicki" userId="9abe09b22e4fdb5c" providerId="LiveId" clId="{12F4AE18-4666-4DEA-B19D-50408717B1E6}" dt="2024-01-27T18:15:09.132" v="3089" actId="47"/>
        <pc:sldMkLst>
          <pc:docMk/>
          <pc:sldMk cId="4060942184" sldId="267"/>
        </pc:sldMkLst>
      </pc:sldChg>
      <pc:sldChg chg="modSp del mod">
        <pc:chgData name="Michael Wicki" userId="9abe09b22e4fdb5c" providerId="LiveId" clId="{12F4AE18-4666-4DEA-B19D-50408717B1E6}" dt="2024-01-27T18:15:12.176" v="3090" actId="47"/>
        <pc:sldMkLst>
          <pc:docMk/>
          <pc:sldMk cId="530994592" sldId="268"/>
        </pc:sldMkLst>
      </pc:sldChg>
      <pc:sldChg chg="del">
        <pc:chgData name="Michael Wicki" userId="9abe09b22e4fdb5c" providerId="LiveId" clId="{12F4AE18-4666-4DEA-B19D-50408717B1E6}" dt="2024-01-27T14:00:09.617" v="997" actId="47"/>
        <pc:sldMkLst>
          <pc:docMk/>
          <pc:sldMk cId="1066179267" sldId="269"/>
        </pc:sldMkLst>
      </pc:sldChg>
      <pc:sldChg chg="modSp add mod">
        <pc:chgData name="Michael Wicki" userId="9abe09b22e4fdb5c" providerId="LiveId" clId="{12F4AE18-4666-4DEA-B19D-50408717B1E6}" dt="2024-01-27T14:00:05.381" v="996" actId="20577"/>
        <pc:sldMkLst>
          <pc:docMk/>
          <pc:sldMk cId="4037828431" sldId="270"/>
        </pc:sldMkLst>
      </pc:sldChg>
      <pc:sldChg chg="modSp add del mod">
        <pc:chgData name="Michael Wicki" userId="9abe09b22e4fdb5c" providerId="LiveId" clId="{12F4AE18-4666-4DEA-B19D-50408717B1E6}" dt="2024-01-27T13:53:05.821" v="502" actId="47"/>
        <pc:sldMkLst>
          <pc:docMk/>
          <pc:sldMk cId="1464576455" sldId="271"/>
        </pc:sldMkLst>
      </pc:sldChg>
      <pc:sldChg chg="modSp add del mod">
        <pc:chgData name="Michael Wicki" userId="9abe09b22e4fdb5c" providerId="LiveId" clId="{12F4AE18-4666-4DEA-B19D-50408717B1E6}" dt="2024-01-27T18:15:01.767" v="3086" actId="47"/>
        <pc:sldMkLst>
          <pc:docMk/>
          <pc:sldMk cId="1782633458" sldId="272"/>
        </pc:sldMkLst>
      </pc:sldChg>
      <pc:sldChg chg="addSp modSp add mod ord">
        <pc:chgData name="Michael Wicki" userId="9abe09b22e4fdb5c" providerId="LiveId" clId="{12F4AE18-4666-4DEA-B19D-50408717B1E6}" dt="2024-01-27T15:01:59.728" v="1107" actId="1037"/>
        <pc:sldMkLst>
          <pc:docMk/>
          <pc:sldMk cId="111238206" sldId="273"/>
        </pc:sldMkLst>
      </pc:sldChg>
      <pc:sldChg chg="modSp add mod ord">
        <pc:chgData name="Michael Wicki" userId="9abe09b22e4fdb5c" providerId="LiveId" clId="{12F4AE18-4666-4DEA-B19D-50408717B1E6}" dt="2024-01-30T08:50:22.506" v="4719"/>
        <pc:sldMkLst>
          <pc:docMk/>
          <pc:sldMk cId="1910497273" sldId="274"/>
        </pc:sldMkLst>
      </pc:sldChg>
      <pc:sldChg chg="modSp add mod ord">
        <pc:chgData name="Michael Wicki" userId="9abe09b22e4fdb5c" providerId="LiveId" clId="{12F4AE18-4666-4DEA-B19D-50408717B1E6}" dt="2024-01-27T15:48:08.341" v="1462" actId="20577"/>
        <pc:sldMkLst>
          <pc:docMk/>
          <pc:sldMk cId="2639902812" sldId="275"/>
        </pc:sldMkLst>
      </pc:sldChg>
      <pc:sldChg chg="addSp delSp modSp add mod modAnim">
        <pc:chgData name="Michael Wicki" userId="9abe09b22e4fdb5c" providerId="LiveId" clId="{12F4AE18-4666-4DEA-B19D-50408717B1E6}" dt="2024-01-27T18:41:52.857" v="3775" actId="1076"/>
        <pc:sldMkLst>
          <pc:docMk/>
          <pc:sldMk cId="1899688467" sldId="276"/>
        </pc:sldMkLst>
      </pc:sldChg>
      <pc:sldChg chg="modSp add mod">
        <pc:chgData name="Michael Wicki" userId="9abe09b22e4fdb5c" providerId="LiveId" clId="{12F4AE18-4666-4DEA-B19D-50408717B1E6}" dt="2024-01-30T08:55:39.518" v="4876" actId="20577"/>
        <pc:sldMkLst>
          <pc:docMk/>
          <pc:sldMk cId="931657825" sldId="277"/>
        </pc:sldMkLst>
      </pc:sldChg>
      <pc:sldChg chg="add del">
        <pc:chgData name="Michael Wicki" userId="9abe09b22e4fdb5c" providerId="LiveId" clId="{12F4AE18-4666-4DEA-B19D-50408717B1E6}" dt="2024-01-27T15:51:03.992" v="1498" actId="47"/>
        <pc:sldMkLst>
          <pc:docMk/>
          <pc:sldMk cId="3348787744" sldId="277"/>
        </pc:sldMkLst>
      </pc:sldChg>
      <pc:sldChg chg="delSp add del mod ord delAnim">
        <pc:chgData name="Michael Wicki" userId="9abe09b22e4fdb5c" providerId="LiveId" clId="{12F4AE18-4666-4DEA-B19D-50408717B1E6}" dt="2024-01-27T16:13:29.206" v="1623" actId="47"/>
        <pc:sldMkLst>
          <pc:docMk/>
          <pc:sldMk cId="3412417297" sldId="277"/>
        </pc:sldMkLst>
      </pc:sldChg>
      <pc:sldChg chg="addSp modSp new mod">
        <pc:chgData name="Michael Wicki" userId="9abe09b22e4fdb5c" providerId="LiveId" clId="{12F4AE18-4666-4DEA-B19D-50408717B1E6}" dt="2024-01-30T09:12:19.500" v="4949" actId="20577"/>
        <pc:sldMkLst>
          <pc:docMk/>
          <pc:sldMk cId="1383627833" sldId="278"/>
        </pc:sldMkLst>
      </pc:sldChg>
      <pc:sldChg chg="addSp delSp modSp new mod modAnim">
        <pc:chgData name="Michael Wicki" userId="9abe09b22e4fdb5c" providerId="LiveId" clId="{12F4AE18-4666-4DEA-B19D-50408717B1E6}" dt="2024-01-27T16:31:08.640" v="2304" actId="14100"/>
        <pc:sldMkLst>
          <pc:docMk/>
          <pc:sldMk cId="2754557349" sldId="279"/>
        </pc:sldMkLst>
      </pc:sldChg>
      <pc:sldChg chg="addSp delSp modSp new mod">
        <pc:chgData name="Michael Wicki" userId="9abe09b22e4fdb5c" providerId="LiveId" clId="{12F4AE18-4666-4DEA-B19D-50408717B1E6}" dt="2024-01-27T16:33:22.138" v="2330" actId="33524"/>
        <pc:sldMkLst>
          <pc:docMk/>
          <pc:sldMk cId="3884583151" sldId="280"/>
        </pc:sldMkLst>
      </pc:sldChg>
      <pc:sldChg chg="addSp delSp modSp new del mod">
        <pc:chgData name="Michael Wicki" userId="9abe09b22e4fdb5c" providerId="LiveId" clId="{12F4AE18-4666-4DEA-B19D-50408717B1E6}" dt="2024-01-27T16:47:38.162" v="2387" actId="47"/>
        <pc:sldMkLst>
          <pc:docMk/>
          <pc:sldMk cId="3941096719" sldId="281"/>
        </pc:sldMkLst>
      </pc:sldChg>
      <pc:sldChg chg="new del">
        <pc:chgData name="Michael Wicki" userId="9abe09b22e4fdb5c" providerId="LiveId" clId="{12F4AE18-4666-4DEA-B19D-50408717B1E6}" dt="2024-01-27T18:14:58.739" v="3084" actId="47"/>
        <pc:sldMkLst>
          <pc:docMk/>
          <pc:sldMk cId="1521905929" sldId="282"/>
        </pc:sldMkLst>
      </pc:sldChg>
      <pc:sldChg chg="addSp delSp modSp add mod ord">
        <pc:chgData name="Michael Wicki" userId="9abe09b22e4fdb5c" providerId="LiveId" clId="{12F4AE18-4666-4DEA-B19D-50408717B1E6}" dt="2024-01-30T09:21:58.357" v="4951" actId="14100"/>
        <pc:sldMkLst>
          <pc:docMk/>
          <pc:sldMk cId="3047418885" sldId="283"/>
        </pc:sldMkLst>
      </pc:sldChg>
      <pc:sldChg chg="new del">
        <pc:chgData name="Michael Wicki" userId="9abe09b22e4fdb5c" providerId="LiveId" clId="{12F4AE18-4666-4DEA-B19D-50408717B1E6}" dt="2024-01-27T18:14:57.709" v="3083" actId="47"/>
        <pc:sldMkLst>
          <pc:docMk/>
          <pc:sldMk cId="3105354897" sldId="284"/>
        </pc:sldMkLst>
      </pc:sldChg>
      <pc:sldChg chg="addSp delSp modSp new mod ord delAnim modAnim">
        <pc:chgData name="Michael Wicki" userId="9abe09b22e4fdb5c" providerId="LiveId" clId="{12F4AE18-4666-4DEA-B19D-50408717B1E6}" dt="2024-01-27T18:43:25.040" v="3785" actId="20577"/>
        <pc:sldMkLst>
          <pc:docMk/>
          <pc:sldMk cId="49119557" sldId="285"/>
        </pc:sldMkLst>
      </pc:sldChg>
      <pc:sldChg chg="new del">
        <pc:chgData name="Michael Wicki" userId="9abe09b22e4fdb5c" providerId="LiveId" clId="{12F4AE18-4666-4DEA-B19D-50408717B1E6}" dt="2024-01-27T17:12:46.611" v="3014" actId="47"/>
        <pc:sldMkLst>
          <pc:docMk/>
          <pc:sldMk cId="344296320" sldId="285"/>
        </pc:sldMkLst>
      </pc:sldChg>
      <pc:sldChg chg="new del">
        <pc:chgData name="Michael Wicki" userId="9abe09b22e4fdb5c" providerId="LiveId" clId="{12F4AE18-4666-4DEA-B19D-50408717B1E6}" dt="2024-01-27T17:12:41.556" v="3012" actId="47"/>
        <pc:sldMkLst>
          <pc:docMk/>
          <pc:sldMk cId="4030725331" sldId="285"/>
        </pc:sldMkLst>
      </pc:sldChg>
      <pc:sldChg chg="modSp add mod">
        <pc:chgData name="Michael Wicki" userId="9abe09b22e4fdb5c" providerId="LiveId" clId="{12F4AE18-4666-4DEA-B19D-50408717B1E6}" dt="2024-01-27T18:43:30.863" v="3795" actId="20577"/>
        <pc:sldMkLst>
          <pc:docMk/>
          <pc:sldMk cId="3381949971" sldId="286"/>
        </pc:sldMkLst>
      </pc:sldChg>
      <pc:sldChg chg="modSp new mod">
        <pc:chgData name="Michael Wicki" userId="9abe09b22e4fdb5c" providerId="LiveId" clId="{12F4AE18-4666-4DEA-B19D-50408717B1E6}" dt="2024-01-27T18:18:12.747" v="3424" actId="20577"/>
        <pc:sldMkLst>
          <pc:docMk/>
          <pc:sldMk cId="3687262041" sldId="287"/>
        </pc:sldMkLst>
      </pc:sldChg>
      <pc:sldChg chg="modSp new mod ord">
        <pc:chgData name="Michael Wicki" userId="9abe09b22e4fdb5c" providerId="LiveId" clId="{12F4AE18-4666-4DEA-B19D-50408717B1E6}" dt="2024-01-30T09:24:27.022" v="5014" actId="20577"/>
        <pc:sldMkLst>
          <pc:docMk/>
          <pc:sldMk cId="1729795977" sldId="288"/>
        </pc:sldMkLst>
      </pc:sldChg>
      <pc:sldChg chg="new del">
        <pc:chgData name="Michael Wicki" userId="9abe09b22e4fdb5c" providerId="LiveId" clId="{12F4AE18-4666-4DEA-B19D-50408717B1E6}" dt="2024-01-27T18:18:57.390" v="3426" actId="47"/>
        <pc:sldMkLst>
          <pc:docMk/>
          <pc:sldMk cId="3655715734" sldId="288"/>
        </pc:sldMkLst>
      </pc:sldChg>
      <pc:sldChg chg="modSp new mod">
        <pc:chgData name="Michael Wicki" userId="9abe09b22e4fdb5c" providerId="LiveId" clId="{12F4AE18-4666-4DEA-B19D-50408717B1E6}" dt="2024-01-27T19:01:17.175" v="4583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12F4AE18-4666-4DEA-B19D-50408717B1E6}" dt="2024-01-30T09:35:39.185" v="5025" actId="20577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E34DED80-77E3-48AA-9A0D-C5C6E608DBDD}"/>
    <pc:docChg chg="custSel modSld">
      <pc:chgData name="BBZW;FMZ; Wicki Michael (Lehrperson)" userId="3f751286-0333-4a5b-a1bf-0c4eee9565b5" providerId="ADAL" clId="{E34DED80-77E3-48AA-9A0D-C5C6E608DBDD}" dt="2025-02-10T08:11:21.693" v="48" actId="478"/>
      <pc:docMkLst>
        <pc:docMk/>
      </pc:docMkLst>
      <pc:sldChg chg="modSp mod">
        <pc:chgData name="BBZW;FMZ; Wicki Michael (Lehrperson)" userId="3f751286-0333-4a5b-a1bf-0c4eee9565b5" providerId="ADAL" clId="{E34DED80-77E3-48AA-9A0D-C5C6E608DBDD}" dt="2025-02-05T10:09:30.474" v="6" actId="20577"/>
        <pc:sldMkLst>
          <pc:docMk/>
          <pc:sldMk cId="4215852396" sldId="259"/>
        </pc:sldMkLst>
      </pc:sldChg>
      <pc:sldChg chg="addSp delSp modSp mod">
        <pc:chgData name="BBZW;FMZ; Wicki Michael (Lehrperson)" userId="3f751286-0333-4a5b-a1bf-0c4eee9565b5" providerId="ADAL" clId="{E34DED80-77E3-48AA-9A0D-C5C6E608DBDD}" dt="2025-02-10T08:11:21.693" v="48" actId="478"/>
        <pc:sldMkLst>
          <pc:docMk/>
          <pc:sldMk cId="111238206" sldId="273"/>
        </pc:sldMkLst>
      </pc:sldChg>
      <pc:sldChg chg="modSp mod">
        <pc:chgData name="BBZW;FMZ; Wicki Michael (Lehrperson)" userId="3f751286-0333-4a5b-a1bf-0c4eee9565b5" providerId="ADAL" clId="{E34DED80-77E3-48AA-9A0D-C5C6E608DBDD}" dt="2025-02-05T10:23:55.155" v="47" actId="20577"/>
        <pc:sldMkLst>
          <pc:docMk/>
          <pc:sldMk cId="1991028417" sldId="296"/>
        </pc:sldMkLst>
      </pc:sldChg>
      <pc:sldChg chg="modSp mod">
        <pc:chgData name="BBZW;FMZ; Wicki Michael (Lehrperson)" userId="3f751286-0333-4a5b-a1bf-0c4eee9565b5" providerId="ADAL" clId="{E34DED80-77E3-48AA-9A0D-C5C6E608DBDD}" dt="2025-02-05T10:13:19.994" v="33" actId="20577"/>
        <pc:sldMkLst>
          <pc:docMk/>
          <pc:sldMk cId="1912868161" sldId="308"/>
        </pc:sldMkLst>
      </pc:sldChg>
    </pc:docChg>
  </pc:docChgLst>
  <pc:docChgLst>
    <pc:chgData name="BBZW;FMZ; Wicki Michael (Lehrperson)" userId="3f751286-0333-4a5b-a1bf-0c4eee9565b5" providerId="ADAL" clId="{49061CF9-6DB9-4011-AA23-E57B8F60C04E}"/>
    <pc:docChg chg="undo custSel addSld delSld modSld sldOrd">
      <pc:chgData name="BBZW;FMZ; Wicki Michael (Lehrperson)" userId="3f751286-0333-4a5b-a1bf-0c4eee9565b5" providerId="ADAL" clId="{49061CF9-6DB9-4011-AA23-E57B8F60C04E}" dt="2024-02-18T16:39:32.587" v="1566" actId="179"/>
      <pc:docMkLst>
        <pc:docMk/>
      </pc:docMkLst>
      <pc:sldChg chg="modSp mod">
        <pc:chgData name="BBZW;FMZ; Wicki Michael (Lehrperson)" userId="3f751286-0333-4a5b-a1bf-0c4eee9565b5" providerId="ADAL" clId="{49061CF9-6DB9-4011-AA23-E57B8F60C04E}" dt="2024-02-18T16:32:10.905" v="1483" actId="20577"/>
        <pc:sldMkLst>
          <pc:docMk/>
          <pc:sldMk cId="4215852396" sldId="259"/>
        </pc:sldMkLst>
      </pc:sldChg>
      <pc:sldChg chg="modSp mod ord">
        <pc:chgData name="BBZW;FMZ; Wicki Michael (Lehrperson)" userId="3f751286-0333-4a5b-a1bf-0c4eee9565b5" providerId="ADAL" clId="{49061CF9-6DB9-4011-AA23-E57B8F60C04E}" dt="2024-02-18T16:29:58.217" v="1450" actId="20577"/>
        <pc:sldMkLst>
          <pc:docMk/>
          <pc:sldMk cId="2841948806" sldId="261"/>
        </pc:sldMkLst>
      </pc:sldChg>
      <pc:sldChg chg="del">
        <pc:chgData name="BBZW;FMZ; Wicki Michael (Lehrperson)" userId="3f751286-0333-4a5b-a1bf-0c4eee9565b5" providerId="ADAL" clId="{49061CF9-6DB9-4011-AA23-E57B8F60C04E}" dt="2024-02-18T16:25:20.583" v="1352" actId="47"/>
        <pc:sldMkLst>
          <pc:docMk/>
          <pc:sldMk cId="193402935" sldId="264"/>
        </pc:sldMkLst>
      </pc:sldChg>
      <pc:sldChg chg="del">
        <pc:chgData name="BBZW;FMZ; Wicki Michael (Lehrperson)" userId="3f751286-0333-4a5b-a1bf-0c4eee9565b5" providerId="ADAL" clId="{49061CF9-6DB9-4011-AA23-E57B8F60C04E}" dt="2024-02-18T15:40:01.490" v="2" actId="47"/>
        <pc:sldMkLst>
          <pc:docMk/>
          <pc:sldMk cId="4037828431" sldId="270"/>
        </pc:sldMkLst>
      </pc:sldChg>
      <pc:sldChg chg="addSp modSp add del mod ord">
        <pc:chgData name="BBZW;FMZ; Wicki Michael (Lehrperson)" userId="3f751286-0333-4a5b-a1bf-0c4eee9565b5" providerId="ADAL" clId="{49061CF9-6DB9-4011-AA23-E57B8F60C04E}" dt="2024-02-18T16:27:07.423" v="1407" actId="14100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49061CF9-6DB9-4011-AA23-E57B8F60C04E}" dt="2024-02-18T15:40:14.880" v="7" actId="47"/>
        <pc:sldMkLst>
          <pc:docMk/>
          <pc:sldMk cId="1910497273" sldId="274"/>
        </pc:sldMkLst>
      </pc:sldChg>
      <pc:sldChg chg="del">
        <pc:chgData name="BBZW;FMZ; Wicki Michael (Lehrperson)" userId="3f751286-0333-4a5b-a1bf-0c4eee9565b5" providerId="ADAL" clId="{49061CF9-6DB9-4011-AA23-E57B8F60C04E}" dt="2024-02-18T15:40:02.262" v="3" actId="47"/>
        <pc:sldMkLst>
          <pc:docMk/>
          <pc:sldMk cId="2639902812" sldId="27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899688467" sldId="276"/>
        </pc:sldMkLst>
      </pc:sldChg>
      <pc:sldChg chg="addSp delSp modSp mod">
        <pc:chgData name="BBZW;FMZ; Wicki Michael (Lehrperson)" userId="3f751286-0333-4a5b-a1bf-0c4eee9565b5" providerId="ADAL" clId="{49061CF9-6DB9-4011-AA23-E57B8F60C04E}" dt="2024-02-18T16:29:31.002" v="1429" actId="948"/>
        <pc:sldMkLst>
          <pc:docMk/>
          <pc:sldMk cId="931657825" sldId="27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383627833" sldId="278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2754557349" sldId="279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884583151" sldId="280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047418885" sldId="283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49119557" sldId="28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381949971" sldId="286"/>
        </pc:sldMkLst>
      </pc:sldChg>
      <pc:sldChg chg="del">
        <pc:chgData name="BBZW;FMZ; Wicki Michael (Lehrperson)" userId="3f751286-0333-4a5b-a1bf-0c4eee9565b5" providerId="ADAL" clId="{49061CF9-6DB9-4011-AA23-E57B8F60C04E}" dt="2024-02-18T15:40:38.211" v="10" actId="47"/>
        <pc:sldMkLst>
          <pc:docMk/>
          <pc:sldMk cId="3687262041" sldId="28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729795977" sldId="288"/>
        </pc:sldMkLst>
      </pc:sldChg>
      <pc:sldChg chg="modSp mod">
        <pc:chgData name="BBZW;FMZ; Wicki Michael (Lehrperson)" userId="3f751286-0333-4a5b-a1bf-0c4eee9565b5" providerId="ADAL" clId="{49061CF9-6DB9-4011-AA23-E57B8F60C04E}" dt="2024-02-18T16:30:21.820" v="1463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49061CF9-6DB9-4011-AA23-E57B8F60C04E}" dt="2024-02-18T16:25:17.215" v="1350" actId="47"/>
        <pc:sldMkLst>
          <pc:docMk/>
          <pc:sldMk cId="4178680484" sldId="290"/>
        </pc:sldMkLst>
      </pc:sldChg>
      <pc:sldChg chg="del">
        <pc:chgData name="BBZW;FMZ; Wicki Michael (Lehrperson)" userId="3f751286-0333-4a5b-a1bf-0c4eee9565b5" providerId="ADAL" clId="{49061CF9-6DB9-4011-AA23-E57B8F60C04E}" dt="2024-02-18T15:40:16.364" v="8" actId="47"/>
        <pc:sldMkLst>
          <pc:docMk/>
          <pc:sldMk cId="3415275552" sldId="291"/>
        </pc:sldMkLst>
      </pc:sldChg>
      <pc:sldChg chg="del">
        <pc:chgData name="BBZW;FMZ; Wicki Michael (Lehrperson)" userId="3f751286-0333-4a5b-a1bf-0c4eee9565b5" providerId="ADAL" clId="{49061CF9-6DB9-4011-AA23-E57B8F60C04E}" dt="2024-02-18T15:40:13.179" v="6" actId="47"/>
        <pc:sldMkLst>
          <pc:docMk/>
          <pc:sldMk cId="519756182" sldId="292"/>
        </pc:sldMkLst>
      </pc:sldChg>
      <pc:sldChg chg="del">
        <pc:chgData name="BBZW;FMZ; Wicki Michael (Lehrperson)" userId="3f751286-0333-4a5b-a1bf-0c4eee9565b5" providerId="ADAL" clId="{49061CF9-6DB9-4011-AA23-E57B8F60C04E}" dt="2024-02-18T16:25:16.298" v="1349" actId="47"/>
        <pc:sldMkLst>
          <pc:docMk/>
          <pc:sldMk cId="3528841619" sldId="293"/>
        </pc:sldMkLst>
      </pc:sldChg>
      <pc:sldChg chg="del">
        <pc:chgData name="BBZW;FMZ; Wicki Michael (Lehrperson)" userId="3f751286-0333-4a5b-a1bf-0c4eee9565b5" providerId="ADAL" clId="{49061CF9-6DB9-4011-AA23-E57B8F60C04E}" dt="2024-02-18T16:25:19.457" v="1351" actId="47"/>
        <pc:sldMkLst>
          <pc:docMk/>
          <pc:sldMk cId="3176439174" sldId="294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39:32.587" v="1566" actId="179"/>
        <pc:sldMkLst>
          <pc:docMk/>
          <pc:sldMk cId="864799744" sldId="295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24:19.482" v="1272" actId="20577"/>
        <pc:sldMkLst>
          <pc:docMk/>
          <pc:sldMk cId="1533711411" sldId="296"/>
        </pc:sldMkLst>
      </pc:sldChg>
    </pc:docChg>
  </pc:docChgLst>
  <pc:docChgLst>
    <pc:chgData name="BBZW;FMZ; Wicki Michael (Lehrperson)" userId="3f751286-0333-4a5b-a1bf-0c4eee9565b5" providerId="ADAL" clId="{DE779135-C25E-4D3B-AE4B-AA67F91830BB}"/>
    <pc:docChg chg="undo redo custSel addSld delSld modSld">
      <pc:chgData name="BBZW;FMZ; Wicki Michael (Lehrperson)" userId="3f751286-0333-4a5b-a1bf-0c4eee9565b5" providerId="ADAL" clId="{DE779135-C25E-4D3B-AE4B-AA67F91830BB}" dt="2024-02-27T21:20:23.440" v="1911" actId="33524"/>
      <pc:docMkLst>
        <pc:docMk/>
      </pc:docMkLst>
      <pc:sldChg chg="modSp mod">
        <pc:chgData name="BBZW;FMZ; Wicki Michael (Lehrperson)" userId="3f751286-0333-4a5b-a1bf-0c4eee9565b5" providerId="ADAL" clId="{DE779135-C25E-4D3B-AE4B-AA67F91830BB}" dt="2024-02-27T19:17:12.777" v="27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E779135-C25E-4D3B-AE4B-AA67F91830BB}" dt="2024-02-27T20:10:02.730" v="29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DE779135-C25E-4D3B-AE4B-AA67F91830BB}" dt="2024-02-27T19:17:58.360" v="126" actId="1038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DE779135-C25E-4D3B-AE4B-AA67F91830BB}" dt="2024-02-27T19:18:32.962" v="127" actId="47"/>
        <pc:sldMkLst>
          <pc:docMk/>
          <pc:sldMk cId="931657825" sldId="277"/>
        </pc:sldMkLst>
      </pc:sldChg>
      <pc:sldChg chg="modSp mod">
        <pc:chgData name="BBZW;FMZ; Wicki Michael (Lehrperson)" userId="3f751286-0333-4a5b-a1bf-0c4eee9565b5" providerId="ADAL" clId="{DE779135-C25E-4D3B-AE4B-AA67F91830BB}" dt="2024-02-27T20:16:55.081" v="503" actId="20577"/>
        <pc:sldMkLst>
          <pc:docMk/>
          <pc:sldMk cId="3606767413" sldId="289"/>
        </pc:sldMkLst>
      </pc:sldChg>
      <pc:sldChg chg="modSp mod">
        <pc:chgData name="BBZW;FMZ; Wicki Michael (Lehrperson)" userId="3f751286-0333-4a5b-a1bf-0c4eee9565b5" providerId="ADAL" clId="{DE779135-C25E-4D3B-AE4B-AA67F91830BB}" dt="2024-02-27T21:20:23.440" v="1911" actId="33524"/>
        <pc:sldMkLst>
          <pc:docMk/>
          <pc:sldMk cId="864799744" sldId="295"/>
        </pc:sldMkLst>
      </pc:sldChg>
      <pc:sldChg chg="del">
        <pc:chgData name="BBZW;FMZ; Wicki Michael (Lehrperson)" userId="3f751286-0333-4a5b-a1bf-0c4eee9565b5" providerId="ADAL" clId="{DE779135-C25E-4D3B-AE4B-AA67F91830BB}" dt="2024-02-27T19:18:37.648" v="128" actId="47"/>
        <pc:sldMkLst>
          <pc:docMk/>
          <pc:sldMk cId="1533711411" sldId="296"/>
        </pc:sldMkLst>
      </pc:sldChg>
      <pc:sldChg chg="modSp new mod">
        <pc:chgData name="BBZW;FMZ; Wicki Michael (Lehrperson)" userId="3f751286-0333-4a5b-a1bf-0c4eee9565b5" providerId="ADAL" clId="{DE779135-C25E-4D3B-AE4B-AA67F91830BB}" dt="2024-02-27T19:19:23.217" v="132" actId="20577"/>
        <pc:sldMkLst>
          <pc:docMk/>
          <pc:sldMk cId="1991028417" sldId="296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2:49.916" v="204" actId="1076"/>
        <pc:sldMkLst>
          <pc:docMk/>
          <pc:sldMk cId="1473456316" sldId="297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4:49.123" v="262" actId="27636"/>
        <pc:sldMkLst>
          <pc:docMk/>
          <pc:sldMk cId="1397427180" sldId="298"/>
        </pc:sldMkLst>
      </pc:sldChg>
      <pc:sldChg chg="modSp new mod">
        <pc:chgData name="BBZW;FMZ; Wicki Michael (Lehrperson)" userId="3f751286-0333-4a5b-a1bf-0c4eee9565b5" providerId="ADAL" clId="{DE779135-C25E-4D3B-AE4B-AA67F91830BB}" dt="2024-02-27T21:17:28.229" v="1867" actId="20577"/>
        <pc:sldMkLst>
          <pc:docMk/>
          <pc:sldMk cId="1376798052" sldId="299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1:18:47.691" v="1910" actId="1036"/>
        <pc:sldMkLst>
          <pc:docMk/>
          <pc:sldMk cId="1385793807" sldId="300"/>
        </pc:sldMkLst>
      </pc:sldChg>
      <pc:sldChg chg="new del">
        <pc:chgData name="BBZW;FMZ; Wicki Michael (Lehrperson)" userId="3f751286-0333-4a5b-a1bf-0c4eee9565b5" providerId="ADAL" clId="{DE779135-C25E-4D3B-AE4B-AA67F91830BB}" dt="2024-02-27T20:12:55.413" v="324" actId="680"/>
        <pc:sldMkLst>
          <pc:docMk/>
          <pc:sldMk cId="1394949955" sldId="300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0:15:18.816" v="443" actId="1076"/>
        <pc:sldMkLst>
          <pc:docMk/>
          <pc:sldMk cId="733768050" sldId="301"/>
        </pc:sldMkLst>
      </pc:sldChg>
      <pc:sldChg chg="addSp modSp new mod">
        <pc:chgData name="BBZW;FMZ; Wicki Michael (Lehrperson)" userId="3f751286-0333-4a5b-a1bf-0c4eee9565b5" providerId="ADAL" clId="{DE779135-C25E-4D3B-AE4B-AA67F91830BB}" dt="2024-02-27T20:36:53.763" v="881"/>
        <pc:sldMkLst>
          <pc:docMk/>
          <pc:sldMk cId="1981356801" sldId="302"/>
        </pc:sldMkLst>
      </pc:sldChg>
      <pc:sldChg chg="addSp delSp modSp add mod">
        <pc:chgData name="BBZW;FMZ; Wicki Michael (Lehrperson)" userId="3f751286-0333-4a5b-a1bf-0c4eee9565b5" providerId="ADAL" clId="{DE779135-C25E-4D3B-AE4B-AA67F91830BB}" dt="2024-02-27T20:33:44.927" v="795" actId="478"/>
        <pc:sldMkLst>
          <pc:docMk/>
          <pc:sldMk cId="1460869136" sldId="303"/>
        </pc:sldMkLst>
      </pc:sldChg>
      <pc:sldChg chg="delSp modSp add mod">
        <pc:chgData name="BBZW;FMZ; Wicki Michael (Lehrperson)" userId="3f751286-0333-4a5b-a1bf-0c4eee9565b5" providerId="ADAL" clId="{DE779135-C25E-4D3B-AE4B-AA67F91830BB}" dt="2024-02-27T20:40:36.764" v="1020" actId="20577"/>
        <pc:sldMkLst>
          <pc:docMk/>
          <pc:sldMk cId="512937652" sldId="304"/>
        </pc:sldMkLst>
      </pc:sldChg>
      <pc:sldChg chg="modSp add del mod">
        <pc:chgData name="BBZW;FMZ; Wicki Michael (Lehrperson)" userId="3f751286-0333-4a5b-a1bf-0c4eee9565b5" providerId="ADAL" clId="{DE779135-C25E-4D3B-AE4B-AA67F91830BB}" dt="2024-02-27T20:33:12.479" v="776" actId="47"/>
        <pc:sldMkLst>
          <pc:docMk/>
          <pc:sldMk cId="620648425" sldId="304"/>
        </pc:sldMkLst>
      </pc:sldChg>
      <pc:sldChg chg="modSp new mod">
        <pc:chgData name="BBZW;FMZ; Wicki Michael (Lehrperson)" userId="3f751286-0333-4a5b-a1bf-0c4eee9565b5" providerId="ADAL" clId="{DE779135-C25E-4D3B-AE4B-AA67F91830BB}" dt="2024-02-27T20:48:16.959" v="1376" actId="27636"/>
        <pc:sldMkLst>
          <pc:docMk/>
          <pc:sldMk cId="2252117485" sldId="305"/>
        </pc:sldMkLst>
      </pc:sldChg>
    </pc:docChg>
  </pc:docChgLst>
  <pc:docChgLst>
    <pc:chgData name="Michael Wicki" userId="9abe09b22e4fdb5c" providerId="LiveId" clId="{A9872367-B0AB-463A-AAFC-A2119449FA61}"/>
    <pc:docChg chg="undo custSel addSld delSld modSld">
      <pc:chgData name="Michael Wicki" userId="9abe09b22e4fdb5c" providerId="LiveId" clId="{A9872367-B0AB-463A-AAFC-A2119449FA61}" dt="2024-01-30T20:48:10.475" v="601" actId="20577"/>
      <pc:docMkLst>
        <pc:docMk/>
      </pc:docMkLst>
      <pc:sldChg chg="addSp delSp modSp mod">
        <pc:chgData name="Michael Wicki" userId="9abe09b22e4fdb5c" providerId="LiveId" clId="{A9872367-B0AB-463A-AAFC-A2119449FA61}" dt="2024-01-29T08:25:57.861" v="231" actId="478"/>
        <pc:sldMkLst>
          <pc:docMk/>
          <pc:sldMk cId="111238206" sldId="273"/>
        </pc:sldMkLst>
      </pc:sldChg>
      <pc:sldChg chg="modSp mod">
        <pc:chgData name="Michael Wicki" userId="9abe09b22e4fdb5c" providerId="LiveId" clId="{A9872367-B0AB-463A-AAFC-A2119449FA61}" dt="2024-01-30T15:23:37.872" v="386" actId="20577"/>
        <pc:sldMkLst>
          <pc:docMk/>
          <pc:sldMk cId="1910497273" sldId="274"/>
        </pc:sldMkLst>
      </pc:sldChg>
      <pc:sldChg chg="modSp mod">
        <pc:chgData name="Michael Wicki" userId="9abe09b22e4fdb5c" providerId="LiveId" clId="{A9872367-B0AB-463A-AAFC-A2119449FA61}" dt="2024-01-29T08:11:22.367" v="222" actId="20577"/>
        <pc:sldMkLst>
          <pc:docMk/>
          <pc:sldMk cId="2639902812" sldId="275"/>
        </pc:sldMkLst>
      </pc:sldChg>
      <pc:sldChg chg="modSp mod">
        <pc:chgData name="Michael Wicki" userId="9abe09b22e4fdb5c" providerId="LiveId" clId="{A9872367-B0AB-463A-AAFC-A2119449FA61}" dt="2024-01-29T08:29:14.291" v="317" actId="113"/>
        <pc:sldMkLst>
          <pc:docMk/>
          <pc:sldMk cId="3047418885" sldId="283"/>
        </pc:sldMkLst>
      </pc:sldChg>
      <pc:sldChg chg="modSp mod">
        <pc:chgData name="Michael Wicki" userId="9abe09b22e4fdb5c" providerId="LiveId" clId="{A9872367-B0AB-463A-AAFC-A2119449FA61}" dt="2024-01-29T08:28:47.053" v="315" actId="20577"/>
        <pc:sldMkLst>
          <pc:docMk/>
          <pc:sldMk cId="3687262041" sldId="287"/>
        </pc:sldMkLst>
      </pc:sldChg>
      <pc:sldChg chg="modSp mod">
        <pc:chgData name="Michael Wicki" userId="9abe09b22e4fdb5c" providerId="LiveId" clId="{A9872367-B0AB-463A-AAFC-A2119449FA61}" dt="2024-01-30T20:45:37.815" v="430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A9872367-B0AB-463A-AAFC-A2119449FA61}" dt="2024-01-29T12:56:57.080" v="318" actId="20577"/>
        <pc:sldMkLst>
          <pc:docMk/>
          <pc:sldMk cId="3415275552" sldId="291"/>
        </pc:sldMkLst>
      </pc:sldChg>
      <pc:sldChg chg="delSp modSp add mod">
        <pc:chgData name="Michael Wicki" userId="9abe09b22e4fdb5c" providerId="LiveId" clId="{A9872367-B0AB-463A-AAFC-A2119449FA61}" dt="2024-01-30T15:24:14.423" v="390" actId="20577"/>
        <pc:sldMkLst>
          <pc:docMk/>
          <pc:sldMk cId="519756182" sldId="292"/>
        </pc:sldMkLst>
      </pc:sldChg>
      <pc:sldChg chg="modSp new mod">
        <pc:chgData name="Michael Wicki" userId="9abe09b22e4fdb5c" providerId="LiveId" clId="{A9872367-B0AB-463A-AAFC-A2119449FA61}" dt="2024-01-30T20:48:06.130" v="600" actId="20577"/>
        <pc:sldMkLst>
          <pc:docMk/>
          <pc:sldMk cId="3528841619" sldId="293"/>
        </pc:sldMkLst>
      </pc:sldChg>
      <pc:sldChg chg="modSp new del mod">
        <pc:chgData name="Michael Wicki" userId="9abe09b22e4fdb5c" providerId="LiveId" clId="{A9872367-B0AB-463A-AAFC-A2119449FA61}" dt="2024-01-30T20:47:19.874" v="523" actId="680"/>
        <pc:sldMkLst>
          <pc:docMk/>
          <pc:sldMk cId="2922885528" sldId="294"/>
        </pc:sldMkLst>
      </pc:sldChg>
      <pc:sldChg chg="modSp new mod">
        <pc:chgData name="Michael Wicki" userId="9abe09b22e4fdb5c" providerId="LiveId" clId="{A9872367-B0AB-463A-AAFC-A2119449FA61}" dt="2024-01-30T20:48:10.475" v="601" actId="20577"/>
        <pc:sldMkLst>
          <pc:docMk/>
          <pc:sldMk cId="3176439174" sldId="294"/>
        </pc:sldMkLst>
      </pc:sldChg>
    </pc:docChg>
  </pc:docChgLst>
  <pc:docChgLst>
    <pc:chgData name="BBZW;FMZ; Wicki Michael (Lehrperson)" userId="3f751286-0333-4a5b-a1bf-0c4eee9565b5" providerId="ADAL" clId="{81951894-5B9F-4020-9C7B-59BCF1A098C1}"/>
    <pc:docChg chg="custSel addSld modSld sldOrd">
      <pc:chgData name="BBZW;FMZ; Wicki Michael (Lehrperson)" userId="3f751286-0333-4a5b-a1bf-0c4eee9565b5" providerId="ADAL" clId="{81951894-5B9F-4020-9C7B-59BCF1A098C1}" dt="2025-09-08T08:49:43.552" v="316" actId="404"/>
      <pc:docMkLst>
        <pc:docMk/>
      </pc:docMkLst>
      <pc:sldChg chg="modSp mod">
        <pc:chgData name="BBZW;FMZ; Wicki Michael (Lehrperson)" userId="3f751286-0333-4a5b-a1bf-0c4eee9565b5" providerId="ADAL" clId="{81951894-5B9F-4020-9C7B-59BCF1A098C1}" dt="2025-02-05T12:59:50.732" v="1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81951894-5B9F-4020-9C7B-59BCF1A098C1}" dt="2025-09-08T07:06:49.791" v="2" actId="20577"/>
        <pc:sldMkLst>
          <pc:docMk/>
          <pc:sldMk cId="2841948806" sldId="261"/>
        </pc:sldMkLst>
        <pc:spChg chg="mod">
          <ac:chgData name="BBZW;FMZ; Wicki Michael (Lehrperson)" userId="3f751286-0333-4a5b-a1bf-0c4eee9565b5" providerId="ADAL" clId="{81951894-5B9F-4020-9C7B-59BCF1A098C1}" dt="2025-09-08T07:06:49.791" v="2" actId="20577"/>
          <ac:spMkLst>
            <pc:docMk/>
            <pc:sldMk cId="2841948806" sldId="261"/>
            <ac:spMk id="2" creationId="{00000000-0000-0000-0000-000000000000}"/>
          </ac:spMkLst>
        </pc:spChg>
      </pc:sldChg>
      <pc:sldChg chg="addSp delSp modSp mod">
        <pc:chgData name="BBZW;FMZ; Wicki Michael (Lehrperson)" userId="3f751286-0333-4a5b-a1bf-0c4eee9565b5" providerId="ADAL" clId="{81951894-5B9F-4020-9C7B-59BCF1A098C1}" dt="2025-09-08T07:18:19.026" v="36" actId="1038"/>
        <pc:sldMkLst>
          <pc:docMk/>
          <pc:sldMk cId="111238206" sldId="273"/>
        </pc:sldMkLst>
        <pc:spChg chg="mod">
          <ac:chgData name="BBZW;FMZ; Wicki Michael (Lehrperson)" userId="3f751286-0333-4a5b-a1bf-0c4eee9565b5" providerId="ADAL" clId="{81951894-5B9F-4020-9C7B-59BCF1A098C1}" dt="2025-09-08T07:18:19.026" v="36" actId="1038"/>
          <ac:spMkLst>
            <pc:docMk/>
            <pc:sldMk cId="111238206" sldId="273"/>
            <ac:spMk id="7" creationId="{2465FE29-07E4-AEEF-2BC9-48E104FDB062}"/>
          </ac:spMkLst>
        </pc:spChg>
        <pc:picChg chg="add del mod ord">
          <ac:chgData name="BBZW;FMZ; Wicki Michael (Lehrperson)" userId="3f751286-0333-4a5b-a1bf-0c4eee9565b5" providerId="ADAL" clId="{81951894-5B9F-4020-9C7B-59BCF1A098C1}" dt="2025-09-08T07:17:37.319" v="17" actId="478"/>
          <ac:picMkLst>
            <pc:docMk/>
            <pc:sldMk cId="111238206" sldId="273"/>
            <ac:picMk id="8" creationId="{2985AD58-7B19-AC07-802A-82F5B04CFCDA}"/>
          </ac:picMkLst>
        </pc:picChg>
        <pc:picChg chg="add mod ord">
          <ac:chgData name="BBZW;FMZ; Wicki Michael (Lehrperson)" userId="3f751286-0333-4a5b-a1bf-0c4eee9565b5" providerId="ADAL" clId="{81951894-5B9F-4020-9C7B-59BCF1A098C1}" dt="2025-09-08T07:18:15.390" v="34" actId="1038"/>
          <ac:picMkLst>
            <pc:docMk/>
            <pc:sldMk cId="111238206" sldId="273"/>
            <ac:picMk id="10" creationId="{26AD650E-F8DE-E333-3ADB-F503697B7AF1}"/>
          </ac:picMkLst>
        </pc:picChg>
        <pc:picChg chg="del">
          <ac:chgData name="BBZW;FMZ; Wicki Michael (Lehrperson)" userId="3f751286-0333-4a5b-a1bf-0c4eee9565b5" providerId="ADAL" clId="{81951894-5B9F-4020-9C7B-59BCF1A098C1}" dt="2025-09-08T07:16:25.917" v="10" actId="478"/>
          <ac:picMkLst>
            <pc:docMk/>
            <pc:sldMk cId="111238206" sldId="273"/>
            <ac:picMk id="12" creationId="{153A1CFF-64E2-26FC-E161-60B496160660}"/>
          </ac:picMkLst>
        </pc:picChg>
      </pc:sldChg>
      <pc:sldChg chg="modSp mod ord">
        <pc:chgData name="BBZW;FMZ; Wicki Michael (Lehrperson)" userId="3f751286-0333-4a5b-a1bf-0c4eee9565b5" providerId="ADAL" clId="{81951894-5B9F-4020-9C7B-59BCF1A098C1}" dt="2025-09-08T07:43:24.755" v="313" actId="20577"/>
        <pc:sldMkLst>
          <pc:docMk/>
          <pc:sldMk cId="1991028417" sldId="296"/>
        </pc:sldMkLst>
        <pc:spChg chg="mod">
          <ac:chgData name="BBZW;FMZ; Wicki Michael (Lehrperson)" userId="3f751286-0333-4a5b-a1bf-0c4eee9565b5" providerId="ADAL" clId="{81951894-5B9F-4020-9C7B-59BCF1A098C1}" dt="2025-09-08T07:43:24.755" v="313" actId="20577"/>
          <ac:spMkLst>
            <pc:docMk/>
            <pc:sldMk cId="1991028417" sldId="296"/>
            <ac:spMk id="6" creationId="{8BC26698-6686-AFA8-A47B-49C4FB317C20}"/>
          </ac:spMkLst>
        </pc:spChg>
        <pc:picChg chg="mod">
          <ac:chgData name="BBZW;FMZ; Wicki Michael (Lehrperson)" userId="3f751286-0333-4a5b-a1bf-0c4eee9565b5" providerId="ADAL" clId="{81951894-5B9F-4020-9C7B-59BCF1A098C1}" dt="2025-09-08T07:43:00.873" v="312" actId="1076"/>
          <ac:picMkLst>
            <pc:docMk/>
            <pc:sldMk cId="1991028417" sldId="296"/>
            <ac:picMk id="10" creationId="{50E1CA04-E0D7-1EB1-36EE-A3A8C35A7E2D}"/>
          </ac:picMkLst>
        </pc:picChg>
      </pc:sldChg>
      <pc:sldChg chg="modSp mod">
        <pc:chgData name="BBZW;FMZ; Wicki Michael (Lehrperson)" userId="3f751286-0333-4a5b-a1bf-0c4eee9565b5" providerId="ADAL" clId="{81951894-5B9F-4020-9C7B-59BCF1A098C1}" dt="2025-09-08T07:41:21.772" v="300" actId="404"/>
        <pc:sldMkLst>
          <pc:docMk/>
          <pc:sldMk cId="1437693988" sldId="306"/>
        </pc:sldMkLst>
        <pc:spChg chg="mod">
          <ac:chgData name="BBZW;FMZ; Wicki Michael (Lehrperson)" userId="3f751286-0333-4a5b-a1bf-0c4eee9565b5" providerId="ADAL" clId="{81951894-5B9F-4020-9C7B-59BCF1A098C1}" dt="2025-09-08T07:41:21.772" v="300" actId="404"/>
          <ac:spMkLst>
            <pc:docMk/>
            <pc:sldMk cId="1437693988" sldId="306"/>
            <ac:spMk id="6" creationId="{A462B042-B4CB-B00D-144A-7FF3302C539B}"/>
          </ac:spMkLst>
        </pc:spChg>
      </pc:sldChg>
      <pc:sldChg chg="modSp">
        <pc:chgData name="BBZW;FMZ; Wicki Michael (Lehrperson)" userId="3f751286-0333-4a5b-a1bf-0c4eee9565b5" providerId="ADAL" clId="{81951894-5B9F-4020-9C7B-59BCF1A098C1}" dt="2025-09-08T07:41:26.993" v="301"/>
        <pc:sldMkLst>
          <pc:docMk/>
          <pc:sldMk cId="3510488394" sldId="307"/>
        </pc:sldMkLst>
        <pc:spChg chg="mod">
          <ac:chgData name="BBZW;FMZ; Wicki Michael (Lehrperson)" userId="3f751286-0333-4a5b-a1bf-0c4eee9565b5" providerId="ADAL" clId="{81951894-5B9F-4020-9C7B-59BCF1A098C1}" dt="2025-09-08T07:41:26.993" v="301"/>
          <ac:spMkLst>
            <pc:docMk/>
            <pc:sldMk cId="3510488394" sldId="307"/>
            <ac:spMk id="6" creationId="{0454AD4C-F6C6-86CB-9E3B-ECFC755591FF}"/>
          </ac:spMkLst>
        </pc:spChg>
      </pc:sldChg>
      <pc:sldChg chg="modSp mod">
        <pc:chgData name="BBZW;FMZ; Wicki Michael (Lehrperson)" userId="3f751286-0333-4a5b-a1bf-0c4eee9565b5" providerId="ADAL" clId="{81951894-5B9F-4020-9C7B-59BCF1A098C1}" dt="2025-09-08T07:41:34.182" v="304" actId="404"/>
        <pc:sldMkLst>
          <pc:docMk/>
          <pc:sldMk cId="1912868161" sldId="308"/>
        </pc:sldMkLst>
        <pc:spChg chg="mod">
          <ac:chgData name="BBZW;FMZ; Wicki Michael (Lehrperson)" userId="3f751286-0333-4a5b-a1bf-0c4eee9565b5" providerId="ADAL" clId="{81951894-5B9F-4020-9C7B-59BCF1A098C1}" dt="2025-09-08T07:41:34.182" v="304" actId="404"/>
          <ac:spMkLst>
            <pc:docMk/>
            <pc:sldMk cId="1912868161" sldId="308"/>
            <ac:spMk id="6" creationId="{C33375D5-BBDA-4968-3A8D-8378D46D67EE}"/>
          </ac:spMkLst>
        </pc:spChg>
      </pc:sldChg>
      <pc:sldChg chg="modSp mod">
        <pc:chgData name="BBZW;FMZ; Wicki Michael (Lehrperson)" userId="3f751286-0333-4a5b-a1bf-0c4eee9565b5" providerId="ADAL" clId="{81951894-5B9F-4020-9C7B-59BCF1A098C1}" dt="2025-09-08T08:49:43.552" v="316" actId="404"/>
        <pc:sldMkLst>
          <pc:docMk/>
          <pc:sldMk cId="1937810642" sldId="309"/>
        </pc:sldMkLst>
        <pc:spChg chg="mod">
          <ac:chgData name="BBZW;FMZ; Wicki Michael (Lehrperson)" userId="3f751286-0333-4a5b-a1bf-0c4eee9565b5" providerId="ADAL" clId="{81951894-5B9F-4020-9C7B-59BCF1A098C1}" dt="2025-09-08T08:49:43.552" v="316" actId="404"/>
          <ac:spMkLst>
            <pc:docMk/>
            <pc:sldMk cId="1937810642" sldId="309"/>
            <ac:spMk id="6" creationId="{0D0D4448-9BFF-1AFD-378F-A053D53DB3FB}"/>
          </ac:spMkLst>
        </pc:spChg>
      </pc:sldChg>
      <pc:sldChg chg="modSp mod">
        <pc:chgData name="BBZW;FMZ; Wicki Michael (Lehrperson)" userId="3f751286-0333-4a5b-a1bf-0c4eee9565b5" providerId="ADAL" clId="{81951894-5B9F-4020-9C7B-59BCF1A098C1}" dt="2025-09-08T07:13:35.074" v="9" actId="20577"/>
        <pc:sldMkLst>
          <pc:docMk/>
          <pc:sldMk cId="3385295380" sldId="312"/>
        </pc:sldMkLst>
        <pc:spChg chg="mod">
          <ac:chgData name="BBZW;FMZ; Wicki Michael (Lehrperson)" userId="3f751286-0333-4a5b-a1bf-0c4eee9565b5" providerId="ADAL" clId="{81951894-5B9F-4020-9C7B-59BCF1A098C1}" dt="2025-09-08T07:13:35.074" v="9" actId="20577"/>
          <ac:spMkLst>
            <pc:docMk/>
            <pc:sldMk cId="3385295380" sldId="312"/>
            <ac:spMk id="2" creationId="{85A15072-2445-5152-0E4B-55E42BFEC290}"/>
          </ac:spMkLst>
        </pc:spChg>
      </pc:sldChg>
      <pc:sldChg chg="addSp modSp new mod">
        <pc:chgData name="BBZW;FMZ; Wicki Michael (Lehrperson)" userId="3f751286-0333-4a5b-a1bf-0c4eee9565b5" providerId="ADAL" clId="{81951894-5B9F-4020-9C7B-59BCF1A098C1}" dt="2025-09-08T07:26:23.371" v="297" actId="20577"/>
        <pc:sldMkLst>
          <pc:docMk/>
          <pc:sldMk cId="3880366660" sldId="313"/>
        </pc:sldMkLst>
        <pc:spChg chg="mod">
          <ac:chgData name="BBZW;FMZ; Wicki Michael (Lehrperson)" userId="3f751286-0333-4a5b-a1bf-0c4eee9565b5" providerId="ADAL" clId="{81951894-5B9F-4020-9C7B-59BCF1A098C1}" dt="2025-09-08T07:26:23.371" v="297" actId="20577"/>
          <ac:spMkLst>
            <pc:docMk/>
            <pc:sldMk cId="3880366660" sldId="313"/>
            <ac:spMk id="2" creationId="{7797D0B7-AE5D-74BA-F102-F2B264567114}"/>
          </ac:spMkLst>
        </pc:spChg>
        <pc:spChg chg="mod">
          <ac:chgData name="BBZW;FMZ; Wicki Michael (Lehrperson)" userId="3f751286-0333-4a5b-a1bf-0c4eee9565b5" providerId="ADAL" clId="{81951894-5B9F-4020-9C7B-59BCF1A098C1}" dt="2025-09-08T07:21:31.395" v="81" actId="404"/>
          <ac:spMkLst>
            <pc:docMk/>
            <pc:sldMk cId="3880366660" sldId="313"/>
            <ac:spMk id="6" creationId="{680CC422-3D52-4DCA-3ED0-763EDF2F86A0}"/>
          </ac:spMkLst>
        </pc:spChg>
        <pc:spChg chg="add mod">
          <ac:chgData name="BBZW;FMZ; Wicki Michael (Lehrperson)" userId="3f751286-0333-4a5b-a1bf-0c4eee9565b5" providerId="ADAL" clId="{81951894-5B9F-4020-9C7B-59BCF1A098C1}" dt="2025-09-08T07:25:58.859" v="266" actId="14100"/>
          <ac:spMkLst>
            <pc:docMk/>
            <pc:sldMk cId="3880366660" sldId="313"/>
            <ac:spMk id="8" creationId="{EEB9EFBC-D940-E6EB-DB4C-9C2C558331FF}"/>
          </ac:spMkLst>
        </pc:spChg>
        <pc:spChg chg="add">
          <ac:chgData name="BBZW;FMZ; Wicki Michael (Lehrperson)" userId="3f751286-0333-4a5b-a1bf-0c4eee9565b5" providerId="ADAL" clId="{81951894-5B9F-4020-9C7B-59BCF1A098C1}" dt="2025-09-08T07:24:09.370" v="91"/>
          <ac:spMkLst>
            <pc:docMk/>
            <pc:sldMk cId="3880366660" sldId="313"/>
            <ac:spMk id="9" creationId="{B302166F-4C58-3457-4C6D-642A73EA84F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08.09.2025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08.09.2025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08.09.2025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_pseudo_classes.asp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_pseudo_elements.asp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 dirty="0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 dirty="0"/>
              <a:t>04 CSS Grundlagen Teil 2</a:t>
            </a:r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Anwesenheitskontrolle</a:t>
            </a:r>
          </a:p>
          <a:p>
            <a:r>
              <a:rPr lang="de-CH" dirty="0"/>
              <a:t>Vererbung</a:t>
            </a:r>
          </a:p>
          <a:p>
            <a:r>
              <a:rPr lang="de-CH" dirty="0"/>
              <a:t>Prioritäten von Selektoren</a:t>
            </a:r>
          </a:p>
          <a:p>
            <a:r>
              <a:rPr lang="de-CH" dirty="0"/>
              <a:t>Pseudo-Klassen</a:t>
            </a:r>
          </a:p>
          <a:p>
            <a:r>
              <a:rPr lang="de-CH" dirty="0"/>
              <a:t>Auftrag</a:t>
            </a:r>
          </a:p>
          <a:p>
            <a:endParaRPr lang="de-CH" dirty="0"/>
          </a:p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/>
              <a:t>18.02.2024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</a:t>
            </a:r>
          </a:p>
        </p:txBody>
      </p:sp>
    </p:spTree>
    <p:extLst>
      <p:ext uri="{BB962C8B-B14F-4D97-AF65-F5344CB8AC3E}">
        <p14:creationId xmlns:p14="http://schemas.microsoft.com/office/powerpoint/2010/main" val="284194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6AD650E-F8DE-E333-3ADB-F503697B7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24" y="1742872"/>
            <a:ext cx="10905473" cy="3667327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Überblick Modulinhalte / Grobplanung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465FE29-07E4-AEEF-2BC9-48E104FDB062}"/>
              </a:ext>
            </a:extLst>
          </p:cNvPr>
          <p:cNvSpPr/>
          <p:nvPr/>
        </p:nvSpPr>
        <p:spPr>
          <a:xfrm>
            <a:off x="4901699" y="3629491"/>
            <a:ext cx="3851776" cy="47578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23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797D0B7-AE5D-74BA-F102-F2B26456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 dirty="0"/>
              <a:t>Gruppen-Selektor (Komma)</a:t>
            </a:r>
          </a:p>
          <a:p>
            <a:r>
              <a:rPr lang="de-DE" dirty="0"/>
              <a:t>Wendet dieselben Regeln auf mehrere, unabhängige Selektoren an</a:t>
            </a:r>
          </a:p>
          <a:p>
            <a:r>
              <a:rPr lang="de-DE" dirty="0"/>
              <a:t>Vorteile:</a:t>
            </a:r>
          </a:p>
          <a:p>
            <a:pPr lvl="1"/>
            <a:r>
              <a:rPr lang="de-DE" dirty="0"/>
              <a:t>weniger Code nötig</a:t>
            </a:r>
          </a:p>
          <a:p>
            <a:pPr lvl="1"/>
            <a:r>
              <a:rPr lang="de-DE" dirty="0"/>
              <a:t>einheitliches Styling</a:t>
            </a:r>
          </a:p>
          <a:p>
            <a:pPr lvl="1"/>
            <a:r>
              <a:rPr lang="de-DE" dirty="0"/>
              <a:t>Bessere Lesbar- und Wartbarkeit</a:t>
            </a:r>
          </a:p>
          <a:p>
            <a:pPr lvl="1"/>
            <a:r>
              <a:rPr lang="de-DE"/>
              <a:t>einfache </a:t>
            </a:r>
            <a:r>
              <a:rPr lang="de-DE" dirty="0"/>
              <a:t>Erweiterbarkeit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604376-653F-75BD-2467-ACBC1572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25FFF8-B3EE-6BE7-F063-3D54612C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C10EDE-7E88-D66F-C80A-930C1C14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80CC422-3D52-4DCA-3ED0-763EDF2F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/>
              <a:t>Tipp: Mehrere Elemente gleichzeitig selektieren</a:t>
            </a:r>
            <a:endParaRPr lang="de-CH" sz="36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EB9EFBC-D940-E6EB-DB4C-9C2C558331FF}"/>
              </a:ext>
            </a:extLst>
          </p:cNvPr>
          <p:cNvSpPr txBox="1"/>
          <p:nvPr/>
        </p:nvSpPr>
        <p:spPr>
          <a:xfrm>
            <a:off x="6781875" y="3429000"/>
            <a:ext cx="4790925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"Arial"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sans-serif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#333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0366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D0D7BE0-3161-65BF-A76B-3F075BF0E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1872000"/>
            <a:ext cx="8740616" cy="4320000"/>
          </a:xfrm>
        </p:spPr>
        <p:txBody>
          <a:bodyPr/>
          <a:lstStyle/>
          <a:p>
            <a:r>
              <a:rPr lang="de-CH" dirty="0"/>
              <a:t>Vererbt werden zum Beispiel Schrifteigenschaften wie Farbe oder Schriftart.</a:t>
            </a:r>
          </a:p>
          <a:p>
            <a:r>
              <a:rPr lang="de-CH" dirty="0"/>
              <a:t>Obenstehende Elemente sind die Vorfahren, die ihre Eigenschaften an ihre untenstehenden Nachfahren weitergeben.</a:t>
            </a:r>
          </a:p>
          <a:p>
            <a:r>
              <a:rPr lang="de-CH" dirty="0"/>
              <a:t>Haben mehrere Elemente dasselbe Eltern-Element (in der Abbildung zum Beispiel </a:t>
            </a:r>
            <a:r>
              <a:rPr lang="de-CH" b="1" dirty="0">
                <a:latin typeface="CourierNewPSMT"/>
              </a:rPr>
              <a:t>a</a:t>
            </a:r>
            <a:r>
              <a:rPr lang="de-CH" dirty="0"/>
              <a:t> und </a:t>
            </a:r>
            <a:r>
              <a:rPr lang="de-CH" b="1" dirty="0" err="1">
                <a:latin typeface="CourierNewPSMT"/>
              </a:rPr>
              <a:t>img</a:t>
            </a:r>
            <a:r>
              <a:rPr lang="de-CH" dirty="0"/>
              <a:t> als Kinder von </a:t>
            </a:r>
            <a:r>
              <a:rPr lang="de-CH" b="1" dirty="0">
                <a:latin typeface="CourierNewPSMT"/>
              </a:rPr>
              <a:t>p</a:t>
            </a:r>
            <a:r>
              <a:rPr lang="de-CH" dirty="0"/>
              <a:t>), dann spricht man von </a:t>
            </a:r>
            <a:r>
              <a:rPr lang="de-CH" b="1" dirty="0"/>
              <a:t>Geschwistern </a:t>
            </a:r>
            <a:r>
              <a:rPr lang="de-CH" b="1"/>
              <a:t>oder Nachbarn</a:t>
            </a:r>
            <a:r>
              <a:rPr lang="de-CH"/>
              <a:t>.</a:t>
            </a:r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1F6571-E7CC-B886-0BB8-E3E5230D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CACEE8-7849-3FE9-B166-CDC85283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E1A815-E181-1C2D-A233-B8AA45E6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BC26698-6686-AFA8-A47B-49C4FB31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Vererbung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0E1CA04-E0D7-1EB1-36EE-A3A8C35A7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516" y="1836000"/>
            <a:ext cx="2419384" cy="314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28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644C825-9806-1F0D-3F1D-4795B5D8F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Mit dem Nachfahren-Selektor habt ihr die Möglichkeit, Elemente abhängig von ihren Vorfahren auszuwählen und zu formatieren</a:t>
            </a: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B775E25-4793-0C83-83B5-3F5AA25B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5530DA-A515-1421-561C-6074FDD7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75B365-18A3-7A08-65F3-512DF406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462B042-B4CB-B00D-144A-7FF3302C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3600" dirty="0"/>
              <a:t>Selektoren-Beziehungen </a:t>
            </a:r>
            <a:r>
              <a:rPr lang="de-CH" sz="3600" dirty="0">
                <a:sym typeface="Wingdings" panose="05000000000000000000" pitchFamily="2" charset="2"/>
              </a:rPr>
              <a:t> Nachfahren Selektoren</a:t>
            </a:r>
            <a:endParaRPr lang="de-CH" sz="36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972FE3E-5EAE-0440-4C6F-231F1F834D24}"/>
              </a:ext>
            </a:extLst>
          </p:cNvPr>
          <p:cNvSpPr txBox="1"/>
          <p:nvPr/>
        </p:nvSpPr>
        <p:spPr>
          <a:xfrm>
            <a:off x="619200" y="3096185"/>
            <a:ext cx="10895176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0" i="0" u="none" strike="noStrike" baseline="0" dirty="0">
                <a:latin typeface="CourierNewPSMT"/>
              </a:rPr>
              <a:t>Selektor1 Selektor2 { Eigenschaft: Wert; }</a:t>
            </a:r>
          </a:p>
          <a:p>
            <a:endParaRPr lang="de-CH" sz="2400" dirty="0">
              <a:latin typeface="CourierNewPSMT"/>
            </a:endParaRPr>
          </a:p>
          <a:p>
            <a:pPr>
              <a:spcAft>
                <a:spcPts val="600"/>
              </a:spcAft>
            </a:pPr>
            <a:r>
              <a:rPr lang="de-CH" sz="2800" dirty="0"/>
              <a:t>Beispiel:</a:t>
            </a:r>
          </a:p>
          <a:p>
            <a:r>
              <a:rPr lang="de-CH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de-CH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de-CH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de-CH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CH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de-CH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decoration</a:t>
            </a:r>
            <a:r>
              <a:rPr lang="de-CH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CH" sz="24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de-CH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CH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r>
              <a:rPr lang="de-CH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de-CH" sz="2400" dirty="0"/>
              <a:t>Alle Links innerhalb einer Liste sind nicht unterstrichen.</a:t>
            </a:r>
            <a:endParaRPr lang="de-CH" sz="2800" dirty="0"/>
          </a:p>
        </p:txBody>
      </p:sp>
    </p:spTree>
    <p:extLst>
      <p:ext uri="{BB962C8B-B14F-4D97-AF65-F5344CB8AC3E}">
        <p14:creationId xmlns:p14="http://schemas.microsoft.com/office/powerpoint/2010/main" val="143769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CE74-1D63-AC47-3010-CA67C685B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459B3E8-7E99-5FAF-42B1-AAB1A846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Der Kind-Selektor ist ein enger Verwandter des Nachfahren-Selektors. Der Unterschied besteht darin, dass Selektor2 ein </a:t>
            </a:r>
            <a:r>
              <a:rPr lang="de-CH" b="1" dirty="0"/>
              <a:t>direkter Nachfolger</a:t>
            </a:r>
            <a:r>
              <a:rPr lang="de-CH" dirty="0"/>
              <a:t> von Selektor1 sein muss.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5946856-EF0D-7C6C-60A7-BB0254D2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33F768-9735-820C-E7BC-C335776C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4C653A-B626-B373-B2A2-6C5884D7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454AD4C-F6C6-86CB-9E3B-ECFC7555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Selektoren-Beziehungen </a:t>
            </a:r>
            <a:r>
              <a:rPr lang="de-CH" dirty="0">
                <a:sym typeface="Wingdings" panose="05000000000000000000" pitchFamily="2" charset="2"/>
              </a:rPr>
              <a:t> Kind-Selektor</a:t>
            </a:r>
            <a:endParaRPr lang="de-CH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6812B97-C9FB-4691-E72E-2C30A5ABB396}"/>
              </a:ext>
            </a:extLst>
          </p:cNvPr>
          <p:cNvSpPr txBox="1"/>
          <p:nvPr/>
        </p:nvSpPr>
        <p:spPr>
          <a:xfrm>
            <a:off x="619200" y="3309408"/>
            <a:ext cx="10895176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b="0" i="0" u="none" strike="noStrike" baseline="0" dirty="0">
                <a:latin typeface="CourierNewPSMT"/>
              </a:rPr>
              <a:t>Selektor1 </a:t>
            </a:r>
            <a:r>
              <a:rPr lang="de-CH" sz="2400" b="1" i="0" u="none" strike="noStrike" baseline="0" dirty="0">
                <a:latin typeface="CourierNewPSMT"/>
              </a:rPr>
              <a:t>&gt;</a:t>
            </a:r>
            <a:r>
              <a:rPr lang="de-CH" sz="2400" b="0" i="0" u="none" strike="noStrike" baseline="0" dirty="0">
                <a:latin typeface="CourierNewPSMT"/>
              </a:rPr>
              <a:t> Selektor2 { Eigenschaft: Wert; }</a:t>
            </a:r>
          </a:p>
          <a:p>
            <a:endParaRPr lang="de-CH" sz="2400" dirty="0">
              <a:latin typeface="CourierNewPSMT"/>
            </a:endParaRPr>
          </a:p>
          <a:p>
            <a:pPr>
              <a:spcAft>
                <a:spcPts val="600"/>
              </a:spcAft>
            </a:pPr>
            <a:r>
              <a:rPr lang="de-CH" sz="2800" dirty="0"/>
              <a:t>Beispiel:</a:t>
            </a:r>
          </a:p>
          <a:p>
            <a:r>
              <a:rPr lang="de-CH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de-CH" dirty="0">
                <a:solidFill>
                  <a:srgbClr val="800000"/>
                </a:solidFill>
                <a:latin typeface="Consolas" panose="020B0609020204030204" pitchFamily="49" charset="0"/>
              </a:rPr>
              <a:t>b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de-CH" dirty="0" err="1">
                <a:solidFill>
                  <a:srgbClr val="E50000"/>
                </a:solidFill>
                <a:latin typeface="Consolas" panose="020B0609020204030204" pitchFamily="49" charset="0"/>
              </a:rPr>
              <a:t>color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de-CH" dirty="0" err="1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endParaRPr lang="de-CH" sz="2000" b="0" dirty="0">
              <a:solidFill>
                <a:srgbClr val="000000"/>
              </a:solidFill>
              <a:effectLst/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de-CH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de-CH" sz="2400" dirty="0"/>
              <a:t>Nur wenn </a:t>
            </a:r>
            <a:r>
              <a:rPr lang="de-CH" sz="2400" dirty="0">
                <a:latin typeface="CourierNewPSMT"/>
              </a:rPr>
              <a:t>&lt;b&gt;…&lt;/b&gt;</a:t>
            </a:r>
            <a:r>
              <a:rPr lang="de-CH" sz="2400" dirty="0"/>
              <a:t> als erstes innerhalb des Paragraphen vorkommt, wird dieser Rot.</a:t>
            </a:r>
            <a:endParaRPr lang="de-CH" sz="28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63D59B3-A970-48E9-6B3F-9954D9597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706" y="3378770"/>
            <a:ext cx="2562906" cy="14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8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779C9-1DA0-8CBF-25FF-73E5E9A6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80CD184-8767-B890-0A98-77051478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Auch Subsequent-</a:t>
            </a:r>
            <a:r>
              <a:rPr lang="de-CH" dirty="0" err="1"/>
              <a:t>sibling</a:t>
            </a:r>
            <a:r>
              <a:rPr lang="de-CH" dirty="0"/>
              <a:t> </a:t>
            </a:r>
            <a:r>
              <a:rPr lang="de-CH" dirty="0" err="1"/>
              <a:t>combinator</a:t>
            </a:r>
            <a:r>
              <a:rPr lang="de-CH" dirty="0"/>
              <a:t> genannt, ist ein enger Verwandter des Nachfahren-Selektors. Der Unterschied besteht darin, dass Selektor2 ein </a:t>
            </a:r>
            <a:r>
              <a:rPr lang="de-CH" b="1" dirty="0"/>
              <a:t>direkter Nachfolger</a:t>
            </a:r>
            <a:r>
              <a:rPr lang="de-CH" dirty="0"/>
              <a:t> von Selektor1 sein muss.</a:t>
            </a:r>
          </a:p>
          <a:p>
            <a:r>
              <a:rPr lang="de-CH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</a:t>
            </a:r>
            <a:r>
              <a:rPr lang="de-CH" b="1" dirty="0">
                <a:solidFill>
                  <a:srgbClr val="333333"/>
                </a:solidFill>
                <a:latin typeface="Segoe UI" panose="020B0502040204020203" pitchFamily="34" charset="0"/>
              </a:rPr>
              <a:t>inweis</a:t>
            </a:r>
            <a:r>
              <a:rPr lang="de-CH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de-CH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Man kann nur die „jüngeren“ Geschwister selektieren.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68177F-C1FA-CF6F-F34E-8942EC6E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6E04-9135-8FB3-5DFB-A386D277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2E874C-CC91-AB30-5CFF-D46114A2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33375D5-BBDA-4968-3A8D-8378D46D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3200" dirty="0"/>
              <a:t>Selektoren-Beziehungen </a:t>
            </a:r>
            <a:r>
              <a:rPr lang="de-CH" sz="3200" dirty="0">
                <a:sym typeface="Wingdings" panose="05000000000000000000" pitchFamily="2" charset="2"/>
              </a:rPr>
              <a:t> Indirekter-Nachbar-Selektor</a:t>
            </a:r>
            <a:endParaRPr lang="de-CH" sz="32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DE689AB-2EAC-CEBB-7107-3276C8B0712F}"/>
              </a:ext>
            </a:extLst>
          </p:cNvPr>
          <p:cNvSpPr txBox="1"/>
          <p:nvPr/>
        </p:nvSpPr>
        <p:spPr>
          <a:xfrm>
            <a:off x="648412" y="3862969"/>
            <a:ext cx="10895176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dirty="0">
                <a:latin typeface="CourierNewPSMT"/>
              </a:rPr>
              <a:t>Selektor1</a:t>
            </a:r>
            <a:r>
              <a:rPr lang="de-CH" sz="2400" b="1" dirty="0">
                <a:latin typeface="CourierNewPSMT"/>
              </a:rPr>
              <a:t>~</a:t>
            </a:r>
            <a:r>
              <a:rPr lang="de-CH" sz="2400" dirty="0">
                <a:latin typeface="CourierNewPSMT"/>
              </a:rPr>
              <a:t>Selektor2 { Eigenschaft: Wert; }</a:t>
            </a:r>
          </a:p>
          <a:p>
            <a:pPr>
              <a:spcAft>
                <a:spcPts val="600"/>
              </a:spcAft>
            </a:pPr>
            <a:endParaRPr lang="de-CH" sz="1100" dirty="0"/>
          </a:p>
          <a:p>
            <a:pPr>
              <a:spcAft>
                <a:spcPts val="600"/>
              </a:spcAft>
            </a:pPr>
            <a:r>
              <a:rPr lang="de-CH" sz="2800" dirty="0"/>
              <a:t>Beispiel:</a:t>
            </a:r>
          </a:p>
          <a:p>
            <a:r>
              <a:rPr lang="de-CH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CH" b="1" dirty="0">
                <a:latin typeface="CourierNewPSMT"/>
              </a:rPr>
              <a:t>~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CH" dirty="0">
                <a:solidFill>
                  <a:srgbClr val="800000"/>
                </a:solidFill>
                <a:latin typeface="Consolas" panose="020B0609020204030204" pitchFamily="49" charset="0"/>
              </a:rPr>
              <a:t>p 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de-CH" dirty="0">
                <a:solidFill>
                  <a:srgbClr val="E50000"/>
                </a:solidFill>
                <a:latin typeface="Consolas" panose="020B0609020204030204" pitchFamily="49" charset="0"/>
              </a:rPr>
              <a:t>background-color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de-CH" dirty="0" err="1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endParaRPr lang="de-CH" sz="2000" b="0" dirty="0">
              <a:solidFill>
                <a:srgbClr val="000000"/>
              </a:solidFill>
              <a:effectLst/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de-CH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de-CH" sz="2000" dirty="0"/>
              <a:t>Alle Elemente, die im Elementbaum in einer gemeinsamen Ebene liegen, werden Rot.</a:t>
            </a:r>
            <a:endParaRPr lang="de-CH" sz="2400" dirty="0"/>
          </a:p>
        </p:txBody>
      </p:sp>
      <p:pic>
        <p:nvPicPr>
          <p:cNvPr id="12" name="Grafik 11" descr="Ein Bild, das Screenshot, Zahl, Tastatur enthält.&#10;&#10;Automatisch generierte Beschreibung">
            <a:extLst>
              <a:ext uri="{FF2B5EF4-FFF2-40B4-BE49-F238E27FC236}">
                <a16:creationId xmlns:a16="http://schemas.microsoft.com/office/drawing/2014/main" id="{12D64BDE-2431-0877-6AE4-86393205C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12" y="3781738"/>
            <a:ext cx="29718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6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3A4CE-F95B-9271-4990-71A6622EB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5E25882-D024-AC6D-BBE5-0B2BFED17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CH" sz="2400" dirty="0"/>
              <a:t>Dieser Selektor funktioniert ähnlich wie der Geschwister-Selektor, verhält sich aber strenger. Hier wird </a:t>
            </a:r>
            <a:r>
              <a:rPr lang="de-CH" sz="2000" dirty="0">
                <a:latin typeface="CourierNewPSMT"/>
              </a:rPr>
              <a:t>Selektor2</a:t>
            </a:r>
            <a:r>
              <a:rPr lang="de-CH" sz="2400" dirty="0"/>
              <a:t> nur formatiert, wenn das entsprechende Element </a:t>
            </a:r>
            <a:r>
              <a:rPr lang="de-CH" sz="2400" b="1" dirty="0"/>
              <a:t>direkt</a:t>
            </a:r>
            <a:r>
              <a:rPr lang="de-CH" sz="2400" dirty="0"/>
              <a:t> auf </a:t>
            </a:r>
            <a:r>
              <a:rPr lang="de-CH" sz="2000" dirty="0">
                <a:latin typeface="CourierNewPSMT"/>
              </a:rPr>
              <a:t>Selektor1</a:t>
            </a:r>
            <a:r>
              <a:rPr lang="de-CH" sz="2400" dirty="0"/>
              <a:t> im HTML-Dokument </a:t>
            </a:r>
            <a:r>
              <a:rPr lang="de-CH" sz="2400" b="1" dirty="0"/>
              <a:t>folgt</a:t>
            </a:r>
            <a:r>
              <a:rPr lang="de-CH" sz="2400" dirty="0"/>
              <a:t>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788596-5707-AB08-3342-CC7F4D474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125518-8F9A-3E1D-3C50-374F4D2B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C4017F-7D40-3DC9-FBC2-427863FE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9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D0D4448-9BFF-1AFD-378F-A053D53D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3200" dirty="0"/>
              <a:t>Selektoren-Beziehungen </a:t>
            </a:r>
            <a:r>
              <a:rPr lang="de-CH" sz="3200" dirty="0">
                <a:sym typeface="Wingdings" panose="05000000000000000000" pitchFamily="2" charset="2"/>
              </a:rPr>
              <a:t> Direkter-Nachbar-Selektor</a:t>
            </a:r>
            <a:endParaRPr lang="de-CH" sz="32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1CB4869-D867-1CB8-408E-7C33E291B574}"/>
              </a:ext>
            </a:extLst>
          </p:cNvPr>
          <p:cNvSpPr txBox="1"/>
          <p:nvPr/>
        </p:nvSpPr>
        <p:spPr>
          <a:xfrm>
            <a:off x="648412" y="3862969"/>
            <a:ext cx="10895176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400" dirty="0">
                <a:latin typeface="CourierNewPSMT"/>
              </a:rPr>
              <a:t>Selektor1</a:t>
            </a:r>
            <a:r>
              <a:rPr lang="de-CH" sz="2400" b="1" dirty="0">
                <a:latin typeface="CourierNewPSMT"/>
              </a:rPr>
              <a:t>+</a:t>
            </a:r>
            <a:r>
              <a:rPr lang="de-CH" sz="2400" dirty="0">
                <a:latin typeface="CourierNewPSMT"/>
              </a:rPr>
              <a:t>Selektor2 { Eigenschaft: Wert; }</a:t>
            </a:r>
          </a:p>
          <a:p>
            <a:pPr>
              <a:spcAft>
                <a:spcPts val="600"/>
              </a:spcAft>
            </a:pPr>
            <a:endParaRPr lang="de-CH" sz="1100" dirty="0"/>
          </a:p>
          <a:p>
            <a:pPr>
              <a:spcAft>
                <a:spcPts val="600"/>
              </a:spcAft>
            </a:pPr>
            <a:r>
              <a:rPr lang="de-CH" sz="2800" dirty="0"/>
              <a:t>Beispiel:</a:t>
            </a:r>
          </a:p>
          <a:p>
            <a:r>
              <a:rPr lang="de-CH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CH" b="1" dirty="0">
                <a:latin typeface="CourierNewPSMT"/>
              </a:rPr>
              <a:t>+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CH" dirty="0">
                <a:solidFill>
                  <a:srgbClr val="800000"/>
                </a:solidFill>
                <a:latin typeface="Consolas" panose="020B0609020204030204" pitchFamily="49" charset="0"/>
              </a:rPr>
              <a:t>p 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de-CH" dirty="0">
                <a:solidFill>
                  <a:srgbClr val="E50000"/>
                </a:solidFill>
                <a:latin typeface="Consolas" panose="020B0609020204030204" pitchFamily="49" charset="0"/>
              </a:rPr>
              <a:t>background-color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de-CH" dirty="0" err="1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endParaRPr lang="de-CH" sz="2000" b="0" dirty="0">
              <a:solidFill>
                <a:srgbClr val="000000"/>
              </a:solidFill>
              <a:effectLst/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de-CH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de-CH" b="0" dirty="0">
                <a:solidFill>
                  <a:srgbClr val="000000"/>
                </a:solidFill>
                <a:effectLst/>
                <a:latin typeface="CourierNewPSMT"/>
                <a:sym typeface="Wingdings" panose="05000000000000000000" pitchFamily="2" charset="2"/>
              </a:rPr>
              <a:t>&lt;p&gt;</a:t>
            </a:r>
            <a:r>
              <a:rPr lang="de-CH" sz="2000" dirty="0">
                <a:sym typeface="Wingdings" panose="05000000000000000000" pitchFamily="2" charset="2"/>
              </a:rPr>
              <a:t> wird </a:t>
            </a:r>
            <a:r>
              <a:rPr lang="de-CH" sz="2000" dirty="0"/>
              <a:t>Rot, wenn es direkt nach einem </a:t>
            </a:r>
            <a:r>
              <a:rPr lang="de-CH" sz="2000" dirty="0">
                <a:latin typeface="CourierNewPSMT"/>
              </a:rPr>
              <a:t>&lt;h2&gt;</a:t>
            </a:r>
            <a:r>
              <a:rPr lang="de-CH" sz="2000" dirty="0"/>
              <a:t> folgt.</a:t>
            </a:r>
            <a:endParaRPr lang="de-CH" sz="2400" dirty="0"/>
          </a:p>
        </p:txBody>
      </p:sp>
      <p:pic>
        <p:nvPicPr>
          <p:cNvPr id="9" name="Grafik 8" descr="Ein Bild, das Screenshot, Zahl, Schrift, Quadrat enthält.&#10;&#10;Automatisch generierte Beschreibung">
            <a:extLst>
              <a:ext uri="{FF2B5EF4-FFF2-40B4-BE49-F238E27FC236}">
                <a16:creationId xmlns:a16="http://schemas.microsoft.com/office/drawing/2014/main" id="{EFDFF3D9-8438-CC00-FB75-4EF5AA9C9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788" y="3793273"/>
            <a:ext cx="29718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1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69284E-4AC1-D839-CFEB-A3DD0575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B672A5-61CA-E178-BC82-FA37BC3D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49AB2A-15D5-FD6E-D592-1FF9D01B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10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B58F153-3487-7068-0AD9-69F6ED55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Prioritäten von Selektoren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4A78B4A-F9AC-6C08-DB70-FB26FF045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85" y="1656000"/>
            <a:ext cx="8304961" cy="42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2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2EEF82-A64D-89B4-BE1C-7F5B1563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55C6E9A-E36B-02D9-6048-37171D6C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10E181-D653-4A72-DADB-386F3C5A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11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8C9497E-F8EA-67BB-5A84-03842D26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Prioritäten von Selektoren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647F0E5-B857-400D-A31C-7564ACFB4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" y="1656000"/>
            <a:ext cx="8620747" cy="423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47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5A15072-2445-5152-0E4B-55E42BFEC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Vordefinierte Selektoren, die auf einen Doppelpunkt (:) folgen</a:t>
            </a:r>
          </a:p>
          <a:p>
            <a:r>
              <a:rPr lang="de-DE" dirty="0"/>
              <a:t>Beschreiben </a:t>
            </a:r>
            <a:r>
              <a:rPr lang="de-DE" b="1" dirty="0"/>
              <a:t>einen Zustand</a:t>
            </a:r>
            <a:r>
              <a:rPr lang="de-DE" dirty="0"/>
              <a:t> oder </a:t>
            </a:r>
            <a:r>
              <a:rPr lang="de-DE" b="1" dirty="0"/>
              <a:t>eine besondere Position</a:t>
            </a:r>
            <a:r>
              <a:rPr lang="de-DE" dirty="0"/>
              <a:t> eines Elements</a:t>
            </a:r>
          </a:p>
          <a:p>
            <a:r>
              <a:rPr lang="de-CH" dirty="0"/>
              <a:t>Beispiele:</a:t>
            </a:r>
          </a:p>
          <a:p>
            <a:pPr lvl="1"/>
            <a:r>
              <a:rPr lang="de-CH" dirty="0"/>
              <a:t>:hover → Maus fährt über einen Link</a:t>
            </a:r>
          </a:p>
          <a:p>
            <a:pPr lvl="1"/>
            <a:r>
              <a:rPr lang="de-CH" dirty="0"/>
              <a:t>:visited → bereits besuchter Link</a:t>
            </a:r>
          </a:p>
          <a:p>
            <a:pPr lvl="1"/>
            <a:r>
              <a:rPr lang="de-CH" dirty="0"/>
              <a:t>:first-child, :last-child → erstes/letztes Element</a:t>
            </a:r>
          </a:p>
          <a:p>
            <a:pPr lvl="1"/>
            <a:r>
              <a:rPr lang="de-CH" dirty="0"/>
              <a:t>:</a:t>
            </a:r>
            <a:r>
              <a:rPr lang="de-CH" dirty="0" err="1"/>
              <a:t>nth-child</a:t>
            </a:r>
            <a:r>
              <a:rPr lang="de-CH" dirty="0"/>
              <a:t>(…) → für Muster (z. B. Zebra-Tabellen) oder einzelne Zeilen</a:t>
            </a:r>
          </a:p>
          <a:p>
            <a:pPr lvl="1"/>
            <a:r>
              <a:rPr lang="de-CH" dirty="0"/>
              <a:t>:focus → Eingabefeld aktiv</a:t>
            </a: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A358970-1E34-AEB0-7919-D7BED2B8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C73D43-73B5-1C7D-3485-996DB19F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6F0086-A78B-4E00-087D-45ACC6EF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12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F145B4E-E1D6-055E-A9BB-E2560F06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Pseudoklassen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B13B981-F2A0-BF90-0508-CEC30B176A17}"/>
              </a:ext>
            </a:extLst>
          </p:cNvPr>
          <p:cNvSpPr txBox="1"/>
          <p:nvPr/>
        </p:nvSpPr>
        <p:spPr>
          <a:xfrm>
            <a:off x="619200" y="5822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hlinkClick r:id="rId2"/>
              </a:rPr>
              <a:t>https://www.w3schools.com/css/css_pseudo_classes.asp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85295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2B57B55-9246-645E-EB0F-B20B61E65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Erweitern Elemente um </a:t>
            </a:r>
            <a:r>
              <a:rPr lang="de-DE" b="1" dirty="0"/>
              <a:t>virtuelle Bereiche</a:t>
            </a:r>
          </a:p>
          <a:p>
            <a:r>
              <a:rPr lang="de-CH" dirty="0"/>
              <a:t>Geschrieben mit doppeltem Doppelpunkt (::)</a:t>
            </a:r>
          </a:p>
          <a:p>
            <a:r>
              <a:rPr lang="de-CH" dirty="0"/>
              <a:t>Beispiele:</a:t>
            </a:r>
          </a:p>
          <a:p>
            <a:pPr lvl="1"/>
            <a:r>
              <a:rPr lang="de-CH" dirty="0"/>
              <a:t>::before → Inhalt vor einem Element</a:t>
            </a:r>
          </a:p>
          <a:p>
            <a:pPr lvl="1"/>
            <a:r>
              <a:rPr lang="de-CH" dirty="0"/>
              <a:t>::after → Inhalt nach einem Element</a:t>
            </a:r>
          </a:p>
          <a:p>
            <a:pPr lvl="1"/>
            <a:r>
              <a:rPr lang="de-CH" dirty="0"/>
              <a:t>::first-line → erste Zeile eines Textes</a:t>
            </a:r>
          </a:p>
          <a:p>
            <a:pPr lvl="1"/>
            <a:r>
              <a:rPr lang="de-CH" dirty="0"/>
              <a:t>::first-letter → erstes Zeichen eines Textes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C18EF5-AD19-8084-32DE-5AB11D4A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B0C2B7-2A15-64D2-8C6C-49627BF3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35B8735-9F66-0B8D-C4E2-C9E826BC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13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95ABBFF-BCF1-E067-7E1B-99E33DF9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Pseudoelemente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3621FD2-F711-4E4D-C5A2-793C64DB725B}"/>
              </a:ext>
            </a:extLst>
          </p:cNvPr>
          <p:cNvSpPr txBox="1"/>
          <p:nvPr/>
        </p:nvSpPr>
        <p:spPr>
          <a:xfrm>
            <a:off x="619200" y="5822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hlinkClick r:id="rId2"/>
              </a:rPr>
              <a:t>https://www.w3schools.com/css/css_pseudo_elements.asp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13038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B9BE0E1-76E6-9960-5A30-4F52F4B4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00" y="1872000"/>
            <a:ext cx="11160000" cy="4320000"/>
          </a:xfrm>
        </p:spPr>
        <p:txBody>
          <a:bodyPr>
            <a:normAutofit/>
          </a:bodyPr>
          <a:lstStyle/>
          <a:p>
            <a:r>
              <a:rPr lang="de-CH" dirty="0">
                <a:sym typeface="Wingdings" panose="05000000000000000000" pitchFamily="2" charset="2"/>
              </a:rPr>
              <a:t>CSS Diner  https://flukeout.github.io/</a:t>
            </a:r>
          </a:p>
          <a:p>
            <a:r>
              <a:rPr lang="de-CH" dirty="0">
                <a:sym typeface="Wingdings" panose="05000000000000000000" pitchFamily="2" charset="2"/>
              </a:rPr>
              <a:t>CSS für eine Webseite nach Vorlage erstellen (Teil 2)</a:t>
            </a:r>
          </a:p>
          <a:p>
            <a:r>
              <a:rPr lang="de-CH" dirty="0">
                <a:sym typeface="Wingdings" panose="05000000000000000000" pitchFamily="2" charset="2"/>
              </a:rPr>
              <a:t>Aufgabenstellung liegt im OneNote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625F90-7F75-7021-204C-9DFD0D7E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08.09.2025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16DECD-8486-7336-C465-7C5145F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3184FE-AAD9-A6EF-FEDB-3871E4FC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32619A-97CA-B964-F927-77546A3A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</a:t>
            </a:r>
          </a:p>
        </p:txBody>
      </p:sp>
    </p:spTree>
    <p:extLst>
      <p:ext uri="{BB962C8B-B14F-4D97-AF65-F5344CB8AC3E}">
        <p14:creationId xmlns:p14="http://schemas.microsoft.com/office/powerpoint/2010/main" val="360676741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572151e1c4d54ee0088b28abf6d03b1c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333e42a61cf00a1095387b2f3b7126ae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Props1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12141A-E922-40E9-B842-ECE065FAA03D}"/>
</file>

<file path=customXml/itemProps3.xml><?xml version="1.0" encoding="utf-8"?>
<ds:datastoreItem xmlns:ds="http://schemas.openxmlformats.org/officeDocument/2006/customXml" ds:itemID="{112A089A-249A-42FE-AD24-46BC184A9B1D}">
  <ds:schemaRefs>
    <ds:schemaRef ds:uri="1b3ed222-d7c6-47b4-ad0e-8ad80675c115"/>
    <ds:schemaRef ds:uri="4b7d4f44-5b41-4d39-8153-b5dafe92de9b"/>
    <ds:schemaRef ds:uri="98cc15a3-3e94-4076-998c-63c885c407b0"/>
    <ds:schemaRef ds:uri="ec62de01-3c60-4501-b46d-b2adce299403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600</Words>
  <Application>Microsoft Office PowerPoint</Application>
  <PresentationFormat>Breitbild</PresentationFormat>
  <Paragraphs>114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Consolas</vt:lpstr>
      <vt:lpstr>CourierNewPSMT</vt:lpstr>
      <vt:lpstr>Segoe UI</vt:lpstr>
      <vt:lpstr>Wingdings</vt:lpstr>
      <vt:lpstr>Kanton Luzern</vt:lpstr>
      <vt:lpstr>04 CSS Grundlagen Teil 2</vt:lpstr>
      <vt:lpstr>Themen</vt:lpstr>
      <vt:lpstr>Überblick Modulinhalte / Grobplanung</vt:lpstr>
      <vt:lpstr>Tipp: Mehrere Elemente gleichzeitig selektieren</vt:lpstr>
      <vt:lpstr>Vererbung</vt:lpstr>
      <vt:lpstr>Selektoren-Beziehungen  Nachfahren Selektoren</vt:lpstr>
      <vt:lpstr>Selektoren-Beziehungen  Kind-Selektor</vt:lpstr>
      <vt:lpstr>Selektoren-Beziehungen  Indirekter-Nachbar-Selektor</vt:lpstr>
      <vt:lpstr>Selektoren-Beziehungen  Direkter-Nachbar-Selektor</vt:lpstr>
      <vt:lpstr>Prioritäten von Selektoren</vt:lpstr>
      <vt:lpstr>Prioritäten von Selektoren</vt:lpstr>
      <vt:lpstr>Pseudoklassen</vt:lpstr>
      <vt:lpstr>Pseudoelemente</vt:lpstr>
      <vt:lpstr>Auftrag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BBZW;FMZ; Wicki Michael (Lehrperson)</cp:lastModifiedBy>
  <cp:revision>7</cp:revision>
  <dcterms:created xsi:type="dcterms:W3CDTF">2021-03-11T13:07:41Z</dcterms:created>
  <dcterms:modified xsi:type="dcterms:W3CDTF">2025-09-08T11:14:08Z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