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9" r:id="rId5"/>
    <p:sldId id="261" r:id="rId6"/>
    <p:sldId id="273" r:id="rId7"/>
    <p:sldId id="291" r:id="rId8"/>
    <p:sldId id="290" r:id="rId9"/>
    <p:sldId id="294" r:id="rId10"/>
    <p:sldId id="293" r:id="rId11"/>
    <p:sldId id="292" r:id="rId12"/>
    <p:sldId id="295" r:id="rId13"/>
    <p:sldId id="289" r:id="rId14"/>
  </p:sldIdLst>
  <p:sldSz cx="12192000" cy="6858000"/>
  <p:notesSz cx="6858000" cy="9144000"/>
  <p:defaultTextStyle>
    <a:defPPr>
      <a:defRPr lang="de-DE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D3"/>
    <a:srgbClr val="A52A2A"/>
    <a:srgbClr val="C0C0F3"/>
    <a:srgbClr val="B1B1F0"/>
    <a:srgbClr val="009FE3"/>
    <a:srgbClr val="008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65C7B-07DF-45A2-92A6-BE545531E6D8}" v="5" dt="2025-10-13T12:59:51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BZW;FMZ; Wicki Michael (Lehrperson)" userId="3f751286-0333-4a5b-a1bf-0c4eee9565b5" providerId="ADAL" clId="{08CE4C69-845A-4175-B252-4FC8B687D7A9}"/>
    <pc:docChg chg="undo custSel addSld modSld">
      <pc:chgData name="BBZW;FMZ; Wicki Michael (Lehrperson)" userId="3f751286-0333-4a5b-a1bf-0c4eee9565b5" providerId="ADAL" clId="{08CE4C69-845A-4175-B252-4FC8B687D7A9}" dt="2024-03-13T06:28:25.211" v="955" actId="20577"/>
      <pc:docMkLst>
        <pc:docMk/>
      </pc:docMkLst>
      <pc:sldChg chg="modSp mod">
        <pc:chgData name="BBZW;FMZ; Wicki Michael (Lehrperson)" userId="3f751286-0333-4a5b-a1bf-0c4eee9565b5" providerId="ADAL" clId="{08CE4C69-845A-4175-B252-4FC8B687D7A9}" dt="2024-03-13T06:12:45.318" v="2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08CE4C69-845A-4175-B252-4FC8B687D7A9}" dt="2024-03-13T06:16:49.287" v="72" actId="20577"/>
        <pc:sldMkLst>
          <pc:docMk/>
          <pc:sldMk cId="3606767413" sldId="289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1.835" v="49" actId="20577"/>
        <pc:sldMkLst>
          <pc:docMk/>
          <pc:sldMk cId="2355103116" sldId="290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5:56.130" v="50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17:26.416" v="83" actId="1076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08CE4C69-845A-4175-B252-4FC8B687D7A9}" dt="2024-03-13T06:25:37.312" v="451" actId="1035"/>
        <pc:sldMkLst>
          <pc:docMk/>
          <pc:sldMk cId="3152346858" sldId="293"/>
        </pc:sldMkLst>
      </pc:sldChg>
      <pc:sldChg chg="modSp new mod">
        <pc:chgData name="BBZW;FMZ; Wicki Michael (Lehrperson)" userId="3f751286-0333-4a5b-a1bf-0c4eee9565b5" providerId="ADAL" clId="{08CE4C69-845A-4175-B252-4FC8B687D7A9}" dt="2024-03-13T06:28:25.211" v="955" actId="20577"/>
        <pc:sldMkLst>
          <pc:docMk/>
          <pc:sldMk cId="1232265588" sldId="294"/>
        </pc:sldMkLst>
      </pc:sldChg>
    </pc:docChg>
  </pc:docChgLst>
  <pc:docChgLst>
    <pc:chgData name="BBZW;FMZ; Wicki Michael (Lehrperson)" userId="3f751286-0333-4a5b-a1bf-0c4eee9565b5" providerId="ADAL" clId="{DE779135-C25E-4D3B-AE4B-AA67F91830BB}"/>
    <pc:docChg chg="undo redo custSel addSld delSld modSld">
      <pc:chgData name="BBZW;FMZ; Wicki Michael (Lehrperson)" userId="3f751286-0333-4a5b-a1bf-0c4eee9565b5" providerId="ADAL" clId="{DE779135-C25E-4D3B-AE4B-AA67F91830BB}" dt="2024-02-27T21:20:23.440" v="1911" actId="33524"/>
      <pc:docMkLst>
        <pc:docMk/>
      </pc:docMkLst>
      <pc:sldChg chg="modSp mod">
        <pc:chgData name="BBZW;FMZ; Wicki Michael (Lehrperson)" userId="3f751286-0333-4a5b-a1bf-0c4eee9565b5" providerId="ADAL" clId="{DE779135-C25E-4D3B-AE4B-AA67F91830BB}" dt="2024-02-27T19:17:12.777" v="27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E779135-C25E-4D3B-AE4B-AA67F91830BB}" dt="2024-02-27T20:10:02.730" v="297" actId="20577"/>
        <pc:sldMkLst>
          <pc:docMk/>
          <pc:sldMk cId="2841948806" sldId="261"/>
        </pc:sldMkLst>
      </pc:sldChg>
      <pc:sldChg chg="modSp mod">
        <pc:chgData name="BBZW;FMZ; Wicki Michael (Lehrperson)" userId="3f751286-0333-4a5b-a1bf-0c4eee9565b5" providerId="ADAL" clId="{DE779135-C25E-4D3B-AE4B-AA67F91830BB}" dt="2024-02-27T19:17:58.360" v="126" actId="1038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DE779135-C25E-4D3B-AE4B-AA67F91830BB}" dt="2024-02-27T19:18:32.962" v="127" actId="47"/>
        <pc:sldMkLst>
          <pc:docMk/>
          <pc:sldMk cId="931657825" sldId="277"/>
        </pc:sldMkLst>
      </pc:sldChg>
      <pc:sldChg chg="modSp mod">
        <pc:chgData name="BBZW;FMZ; Wicki Michael (Lehrperson)" userId="3f751286-0333-4a5b-a1bf-0c4eee9565b5" providerId="ADAL" clId="{DE779135-C25E-4D3B-AE4B-AA67F91830BB}" dt="2024-02-27T20:16:55.081" v="503" actId="20577"/>
        <pc:sldMkLst>
          <pc:docMk/>
          <pc:sldMk cId="3606767413" sldId="289"/>
        </pc:sldMkLst>
      </pc:sldChg>
      <pc:sldChg chg="modSp mod">
        <pc:chgData name="BBZW;FMZ; Wicki Michael (Lehrperson)" userId="3f751286-0333-4a5b-a1bf-0c4eee9565b5" providerId="ADAL" clId="{DE779135-C25E-4D3B-AE4B-AA67F91830BB}" dt="2024-02-27T21:20:23.440" v="1911" actId="33524"/>
        <pc:sldMkLst>
          <pc:docMk/>
          <pc:sldMk cId="864799744" sldId="295"/>
        </pc:sldMkLst>
      </pc:sldChg>
      <pc:sldChg chg="del">
        <pc:chgData name="BBZW;FMZ; Wicki Michael (Lehrperson)" userId="3f751286-0333-4a5b-a1bf-0c4eee9565b5" providerId="ADAL" clId="{DE779135-C25E-4D3B-AE4B-AA67F91830BB}" dt="2024-02-27T19:18:37.648" v="128" actId="47"/>
        <pc:sldMkLst>
          <pc:docMk/>
          <pc:sldMk cId="1533711411" sldId="296"/>
        </pc:sldMkLst>
      </pc:sldChg>
      <pc:sldChg chg="modSp new mod">
        <pc:chgData name="BBZW;FMZ; Wicki Michael (Lehrperson)" userId="3f751286-0333-4a5b-a1bf-0c4eee9565b5" providerId="ADAL" clId="{DE779135-C25E-4D3B-AE4B-AA67F91830BB}" dt="2024-02-27T19:19:23.217" v="132" actId="20577"/>
        <pc:sldMkLst>
          <pc:docMk/>
          <pc:sldMk cId="1991028417" sldId="296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2:49.916" v="204" actId="1076"/>
        <pc:sldMkLst>
          <pc:docMk/>
          <pc:sldMk cId="1473456316" sldId="297"/>
        </pc:sldMkLst>
      </pc:sldChg>
      <pc:sldChg chg="addSp modSp new mod">
        <pc:chgData name="BBZW;FMZ; Wicki Michael (Lehrperson)" userId="3f751286-0333-4a5b-a1bf-0c4eee9565b5" providerId="ADAL" clId="{DE779135-C25E-4D3B-AE4B-AA67F91830BB}" dt="2024-02-27T19:24:49.123" v="262" actId="27636"/>
        <pc:sldMkLst>
          <pc:docMk/>
          <pc:sldMk cId="1397427180" sldId="298"/>
        </pc:sldMkLst>
      </pc:sldChg>
      <pc:sldChg chg="modSp new mod">
        <pc:chgData name="BBZW;FMZ; Wicki Michael (Lehrperson)" userId="3f751286-0333-4a5b-a1bf-0c4eee9565b5" providerId="ADAL" clId="{DE779135-C25E-4D3B-AE4B-AA67F91830BB}" dt="2024-02-27T21:17:28.229" v="1867" actId="20577"/>
        <pc:sldMkLst>
          <pc:docMk/>
          <pc:sldMk cId="1376798052" sldId="299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1:18:47.691" v="1910" actId="1036"/>
        <pc:sldMkLst>
          <pc:docMk/>
          <pc:sldMk cId="1385793807" sldId="300"/>
        </pc:sldMkLst>
      </pc:sldChg>
      <pc:sldChg chg="new del">
        <pc:chgData name="BBZW;FMZ; Wicki Michael (Lehrperson)" userId="3f751286-0333-4a5b-a1bf-0c4eee9565b5" providerId="ADAL" clId="{DE779135-C25E-4D3B-AE4B-AA67F91830BB}" dt="2024-02-27T20:12:55.413" v="324" actId="680"/>
        <pc:sldMkLst>
          <pc:docMk/>
          <pc:sldMk cId="1394949955" sldId="300"/>
        </pc:sldMkLst>
      </pc:sldChg>
      <pc:sldChg chg="addSp modSp add mod">
        <pc:chgData name="BBZW;FMZ; Wicki Michael (Lehrperson)" userId="3f751286-0333-4a5b-a1bf-0c4eee9565b5" providerId="ADAL" clId="{DE779135-C25E-4D3B-AE4B-AA67F91830BB}" dt="2024-02-27T20:15:18.816" v="443" actId="1076"/>
        <pc:sldMkLst>
          <pc:docMk/>
          <pc:sldMk cId="733768050" sldId="301"/>
        </pc:sldMkLst>
      </pc:sldChg>
      <pc:sldChg chg="addSp modSp new mod">
        <pc:chgData name="BBZW;FMZ; Wicki Michael (Lehrperson)" userId="3f751286-0333-4a5b-a1bf-0c4eee9565b5" providerId="ADAL" clId="{DE779135-C25E-4D3B-AE4B-AA67F91830BB}" dt="2024-02-27T20:36:53.763" v="881"/>
        <pc:sldMkLst>
          <pc:docMk/>
          <pc:sldMk cId="1981356801" sldId="302"/>
        </pc:sldMkLst>
      </pc:sldChg>
      <pc:sldChg chg="addSp delSp modSp add mod">
        <pc:chgData name="BBZW;FMZ; Wicki Michael (Lehrperson)" userId="3f751286-0333-4a5b-a1bf-0c4eee9565b5" providerId="ADAL" clId="{DE779135-C25E-4D3B-AE4B-AA67F91830BB}" dt="2024-02-27T20:33:44.927" v="795" actId="478"/>
        <pc:sldMkLst>
          <pc:docMk/>
          <pc:sldMk cId="1460869136" sldId="303"/>
        </pc:sldMkLst>
      </pc:sldChg>
      <pc:sldChg chg="delSp modSp add mod">
        <pc:chgData name="BBZW;FMZ; Wicki Michael (Lehrperson)" userId="3f751286-0333-4a5b-a1bf-0c4eee9565b5" providerId="ADAL" clId="{DE779135-C25E-4D3B-AE4B-AA67F91830BB}" dt="2024-02-27T20:40:36.764" v="1020" actId="20577"/>
        <pc:sldMkLst>
          <pc:docMk/>
          <pc:sldMk cId="512937652" sldId="304"/>
        </pc:sldMkLst>
      </pc:sldChg>
      <pc:sldChg chg="modSp add del mod">
        <pc:chgData name="BBZW;FMZ; Wicki Michael (Lehrperson)" userId="3f751286-0333-4a5b-a1bf-0c4eee9565b5" providerId="ADAL" clId="{DE779135-C25E-4D3B-AE4B-AA67F91830BB}" dt="2024-02-27T20:33:12.479" v="776" actId="47"/>
        <pc:sldMkLst>
          <pc:docMk/>
          <pc:sldMk cId="620648425" sldId="304"/>
        </pc:sldMkLst>
      </pc:sldChg>
      <pc:sldChg chg="modSp new mod">
        <pc:chgData name="BBZW;FMZ; Wicki Michael (Lehrperson)" userId="3f751286-0333-4a5b-a1bf-0c4eee9565b5" providerId="ADAL" clId="{DE779135-C25E-4D3B-AE4B-AA67F91830BB}" dt="2024-02-27T20:48:16.959" v="1376" actId="27636"/>
        <pc:sldMkLst>
          <pc:docMk/>
          <pc:sldMk cId="2252117485" sldId="305"/>
        </pc:sldMkLst>
      </pc:sldChg>
    </pc:docChg>
  </pc:docChgLst>
  <pc:docChgLst>
    <pc:chgData name="BBZW;FMZ; Wicki Michael (Lehrperson)" userId="3f751286-0333-4a5b-a1bf-0c4eee9565b5" providerId="ADAL" clId="{D480C0E8-9A28-40FF-A5C9-71EA15C6E7EC}"/>
    <pc:docChg chg="undo custSel modSld">
      <pc:chgData name="BBZW;FMZ; Wicki Michael (Lehrperson)" userId="3f751286-0333-4a5b-a1bf-0c4eee9565b5" providerId="ADAL" clId="{D480C0E8-9A28-40FF-A5C9-71EA15C6E7EC}" dt="2025-03-24T07:44:48.479" v="14" actId="14100"/>
      <pc:docMkLst>
        <pc:docMk/>
      </pc:docMkLst>
      <pc:sldChg chg="addSp delSp modSp mod">
        <pc:chgData name="BBZW;FMZ; Wicki Michael (Lehrperson)" userId="3f751286-0333-4a5b-a1bf-0c4eee9565b5" providerId="ADAL" clId="{D480C0E8-9A28-40FF-A5C9-71EA15C6E7EC}" dt="2025-03-24T07:44:48.479" v="14" actId="14100"/>
        <pc:sldMkLst>
          <pc:docMk/>
          <pc:sldMk cId="111238206" sldId="273"/>
        </pc:sldMkLst>
      </pc:sldChg>
    </pc:docChg>
  </pc:docChgLst>
  <pc:docChgLst>
    <pc:chgData name="Michael Wicki" userId="9abe09b22e4fdb5c" providerId="LiveId" clId="{A9872367-B0AB-463A-AAFC-A2119449FA61}"/>
    <pc:docChg chg="undo custSel addSld delSld modSld">
      <pc:chgData name="Michael Wicki" userId="9abe09b22e4fdb5c" providerId="LiveId" clId="{A9872367-B0AB-463A-AAFC-A2119449FA61}" dt="2024-01-30T20:48:10.475" v="601" actId="20577"/>
      <pc:docMkLst>
        <pc:docMk/>
      </pc:docMkLst>
      <pc:sldChg chg="addSp delSp modSp mod">
        <pc:chgData name="Michael Wicki" userId="9abe09b22e4fdb5c" providerId="LiveId" clId="{A9872367-B0AB-463A-AAFC-A2119449FA61}" dt="2024-01-29T08:25:57.861" v="231" actId="478"/>
        <pc:sldMkLst>
          <pc:docMk/>
          <pc:sldMk cId="111238206" sldId="273"/>
        </pc:sldMkLst>
      </pc:sldChg>
      <pc:sldChg chg="modSp mod">
        <pc:chgData name="Michael Wicki" userId="9abe09b22e4fdb5c" providerId="LiveId" clId="{A9872367-B0AB-463A-AAFC-A2119449FA61}" dt="2024-01-30T15:23:37.872" v="386" actId="20577"/>
        <pc:sldMkLst>
          <pc:docMk/>
          <pc:sldMk cId="1910497273" sldId="274"/>
        </pc:sldMkLst>
      </pc:sldChg>
      <pc:sldChg chg="modSp mod">
        <pc:chgData name="Michael Wicki" userId="9abe09b22e4fdb5c" providerId="LiveId" clId="{A9872367-B0AB-463A-AAFC-A2119449FA61}" dt="2024-01-29T08:11:22.367" v="222" actId="20577"/>
        <pc:sldMkLst>
          <pc:docMk/>
          <pc:sldMk cId="2639902812" sldId="275"/>
        </pc:sldMkLst>
      </pc:sldChg>
      <pc:sldChg chg="modSp mod">
        <pc:chgData name="Michael Wicki" userId="9abe09b22e4fdb5c" providerId="LiveId" clId="{A9872367-B0AB-463A-AAFC-A2119449FA61}" dt="2024-01-29T08:29:14.291" v="317" actId="113"/>
        <pc:sldMkLst>
          <pc:docMk/>
          <pc:sldMk cId="3047418885" sldId="283"/>
        </pc:sldMkLst>
      </pc:sldChg>
      <pc:sldChg chg="modSp mod">
        <pc:chgData name="Michael Wicki" userId="9abe09b22e4fdb5c" providerId="LiveId" clId="{A9872367-B0AB-463A-AAFC-A2119449FA61}" dt="2024-01-29T08:28:47.053" v="315" actId="20577"/>
        <pc:sldMkLst>
          <pc:docMk/>
          <pc:sldMk cId="3687262041" sldId="287"/>
        </pc:sldMkLst>
      </pc:sldChg>
      <pc:sldChg chg="modSp mod">
        <pc:chgData name="Michael Wicki" userId="9abe09b22e4fdb5c" providerId="LiveId" clId="{A9872367-B0AB-463A-AAFC-A2119449FA61}" dt="2024-01-30T20:45:37.815" v="430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A9872367-B0AB-463A-AAFC-A2119449FA61}" dt="2024-01-29T12:56:57.080" v="318" actId="20577"/>
        <pc:sldMkLst>
          <pc:docMk/>
          <pc:sldMk cId="3415275552" sldId="291"/>
        </pc:sldMkLst>
      </pc:sldChg>
      <pc:sldChg chg="delSp modSp add mod">
        <pc:chgData name="Michael Wicki" userId="9abe09b22e4fdb5c" providerId="LiveId" clId="{A9872367-B0AB-463A-AAFC-A2119449FA61}" dt="2024-01-30T15:24:14.423" v="390" actId="20577"/>
        <pc:sldMkLst>
          <pc:docMk/>
          <pc:sldMk cId="519756182" sldId="292"/>
        </pc:sldMkLst>
      </pc:sldChg>
      <pc:sldChg chg="modSp new mod">
        <pc:chgData name="Michael Wicki" userId="9abe09b22e4fdb5c" providerId="LiveId" clId="{A9872367-B0AB-463A-AAFC-A2119449FA61}" dt="2024-01-30T20:48:06.130" v="600" actId="20577"/>
        <pc:sldMkLst>
          <pc:docMk/>
          <pc:sldMk cId="3528841619" sldId="293"/>
        </pc:sldMkLst>
      </pc:sldChg>
      <pc:sldChg chg="modSp new del mod">
        <pc:chgData name="Michael Wicki" userId="9abe09b22e4fdb5c" providerId="LiveId" clId="{A9872367-B0AB-463A-AAFC-A2119449FA61}" dt="2024-01-30T20:47:19.874" v="523" actId="680"/>
        <pc:sldMkLst>
          <pc:docMk/>
          <pc:sldMk cId="2922885528" sldId="294"/>
        </pc:sldMkLst>
      </pc:sldChg>
      <pc:sldChg chg="modSp new mod">
        <pc:chgData name="Michael Wicki" userId="9abe09b22e4fdb5c" providerId="LiveId" clId="{A9872367-B0AB-463A-AAFC-A2119449FA61}" dt="2024-01-30T20:48:10.475" v="601" actId="20577"/>
        <pc:sldMkLst>
          <pc:docMk/>
          <pc:sldMk cId="3176439174" sldId="294"/>
        </pc:sldMkLst>
      </pc:sldChg>
    </pc:docChg>
  </pc:docChgLst>
  <pc:docChgLst>
    <pc:chgData name="BBZW;FMZ; Wicki Michael (Lehrperson)" userId="3f751286-0333-4a5b-a1bf-0c4eee9565b5" providerId="ADAL" clId="{D6E0361D-90CC-45F4-9A92-3898C9045079}"/>
    <pc:docChg chg="undo custSel addSld delSld modSld">
      <pc:chgData name="BBZW;FMZ; Wicki Michael (Lehrperson)" userId="3f751286-0333-4a5b-a1bf-0c4eee9565b5" providerId="ADAL" clId="{D6E0361D-90CC-45F4-9A92-3898C9045079}" dt="2024-03-27T05:45:00.888" v="687"/>
      <pc:docMkLst>
        <pc:docMk/>
      </pc:docMkLst>
      <pc:sldChg chg="modSp mod">
        <pc:chgData name="BBZW;FMZ; Wicki Michael (Lehrperson)" userId="3f751286-0333-4a5b-a1bf-0c4eee9565b5" providerId="ADAL" clId="{D6E0361D-90CC-45F4-9A92-3898C9045079}" dt="2024-03-26T13:07:04.974" v="12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6E0361D-90CC-45F4-9A92-3898C9045079}" dt="2024-03-26T13:07:20.455" v="14" actId="14100"/>
        <pc:sldMkLst>
          <pc:docMk/>
          <pc:sldMk cId="111238206" sldId="273"/>
        </pc:sldMkLst>
      </pc:sldChg>
      <pc:sldChg chg="modSp mod">
        <pc:chgData name="BBZW;FMZ; Wicki Michael (Lehrperson)" userId="3f751286-0333-4a5b-a1bf-0c4eee9565b5" providerId="ADAL" clId="{D6E0361D-90CC-45F4-9A92-3898C9045079}" dt="2024-03-27T05:45:00.888" v="687"/>
        <pc:sldMkLst>
          <pc:docMk/>
          <pc:sldMk cId="3606767413" sldId="289"/>
        </pc:sldMkLst>
      </pc:sldChg>
      <pc:sldChg chg="addSp delSp modSp mod">
        <pc:chgData name="BBZW;FMZ; Wicki Michael (Lehrperson)" userId="3f751286-0333-4a5b-a1bf-0c4eee9565b5" providerId="ADAL" clId="{D6E0361D-90CC-45F4-9A92-3898C9045079}" dt="2024-03-26T14:26:06.807" v="483" actId="1076"/>
        <pc:sldMkLst>
          <pc:docMk/>
          <pc:sldMk cId="2355103116" sldId="290"/>
        </pc:sldMkLst>
      </pc:sldChg>
      <pc:sldChg chg="del">
        <pc:chgData name="BBZW;FMZ; Wicki Michael (Lehrperson)" userId="3f751286-0333-4a5b-a1bf-0c4eee9565b5" providerId="ADAL" clId="{D6E0361D-90CC-45F4-9A92-3898C9045079}" dt="2024-03-26T14:13:47.563" v="47" actId="47"/>
        <pc:sldMkLst>
          <pc:docMk/>
          <pc:sldMk cId="465808879" sldId="291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4:25:26.143" v="442" actId="20577"/>
        <pc:sldMkLst>
          <pc:docMk/>
          <pc:sldMk cId="1028155850" sldId="291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11:33.704" v="579" actId="1076"/>
        <pc:sldMkLst>
          <pc:docMk/>
          <pc:sldMk cId="142506485" sldId="292"/>
        </pc:sldMkLst>
      </pc:sldChg>
      <pc:sldChg chg="del">
        <pc:chgData name="BBZW;FMZ; Wicki Michael (Lehrperson)" userId="3f751286-0333-4a5b-a1bf-0c4eee9565b5" providerId="ADAL" clId="{D6E0361D-90CC-45F4-9A92-3898C9045079}" dt="2024-03-26T14:13:48.457" v="48" actId="47"/>
        <pc:sldMkLst>
          <pc:docMk/>
          <pc:sldMk cId="1445171776" sldId="292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13:23.337" v="623" actId="20577"/>
        <pc:sldMkLst>
          <pc:docMk/>
          <pc:sldMk cId="2190786122" sldId="293"/>
        </pc:sldMkLst>
      </pc:sldChg>
      <pc:sldChg chg="del">
        <pc:chgData name="BBZW;FMZ; Wicki Michael (Lehrperson)" userId="3f751286-0333-4a5b-a1bf-0c4eee9565b5" providerId="ADAL" clId="{D6E0361D-90CC-45F4-9A92-3898C9045079}" dt="2024-03-26T14:13:49.069" v="49" actId="47"/>
        <pc:sldMkLst>
          <pc:docMk/>
          <pc:sldMk cId="3152346858" sldId="293"/>
        </pc:sldMkLst>
      </pc:sldChg>
      <pc:sldChg chg="del">
        <pc:chgData name="BBZW;FMZ; Wicki Michael (Lehrperson)" userId="3f751286-0333-4a5b-a1bf-0c4eee9565b5" providerId="ADAL" clId="{D6E0361D-90CC-45F4-9A92-3898C9045079}" dt="2024-03-26T14:13:50.241" v="50" actId="47"/>
        <pc:sldMkLst>
          <pc:docMk/>
          <pc:sldMk cId="1232265588" sldId="294"/>
        </pc:sldMkLst>
      </pc:sldChg>
      <pc:sldChg chg="addSp delSp modSp new mod">
        <pc:chgData name="BBZW;FMZ; Wicki Michael (Lehrperson)" userId="3f751286-0333-4a5b-a1bf-0c4eee9565b5" providerId="ADAL" clId="{D6E0361D-90CC-45F4-9A92-3898C9045079}" dt="2024-03-26T15:07:55.314" v="576" actId="1076"/>
        <pc:sldMkLst>
          <pc:docMk/>
          <pc:sldMk cId="2640504373" sldId="294"/>
        </pc:sldMkLst>
      </pc:sldChg>
    </pc:docChg>
  </pc:docChgLst>
  <pc:docChgLst>
    <pc:chgData name="BBZW;FMZ; Wicki Michael (Lehrperson)" userId="3f751286-0333-4a5b-a1bf-0c4eee9565b5" providerId="ADAL" clId="{770A1572-A301-46DB-BDA2-8A072A2A62A9}"/>
    <pc:docChg chg="modSld">
      <pc:chgData name="BBZW;FMZ; Wicki Michael (Lehrperson)" userId="3f751286-0333-4a5b-a1bf-0c4eee9565b5" providerId="ADAL" clId="{770A1572-A301-46DB-BDA2-8A072A2A62A9}" dt="2024-01-31T12:10:21.037" v="1"/>
      <pc:docMkLst>
        <pc:docMk/>
      </pc:docMkLst>
      <pc:sldChg chg="modSp mod">
        <pc:chgData name="BBZW;FMZ; Wicki Michael (Lehrperson)" userId="3f751286-0333-4a5b-a1bf-0c4eee9565b5" providerId="ADAL" clId="{770A1572-A301-46DB-BDA2-8A072A2A62A9}" dt="2024-01-31T12:10:21.037" v="1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49061CF9-6DB9-4011-AA23-E57B8F60C04E}"/>
    <pc:docChg chg="undo custSel addSld delSld modSld sldOrd">
      <pc:chgData name="BBZW;FMZ; Wicki Michael (Lehrperson)" userId="3f751286-0333-4a5b-a1bf-0c4eee9565b5" providerId="ADAL" clId="{49061CF9-6DB9-4011-AA23-E57B8F60C04E}" dt="2024-02-18T16:39:32.587" v="1566" actId="179"/>
      <pc:docMkLst>
        <pc:docMk/>
      </pc:docMkLst>
      <pc:sldChg chg="modSp mod">
        <pc:chgData name="BBZW;FMZ; Wicki Michael (Lehrperson)" userId="3f751286-0333-4a5b-a1bf-0c4eee9565b5" providerId="ADAL" clId="{49061CF9-6DB9-4011-AA23-E57B8F60C04E}" dt="2024-02-18T16:32:10.905" v="1483" actId="20577"/>
        <pc:sldMkLst>
          <pc:docMk/>
          <pc:sldMk cId="4215852396" sldId="259"/>
        </pc:sldMkLst>
      </pc:sldChg>
      <pc:sldChg chg="modSp mod ord">
        <pc:chgData name="BBZW;FMZ; Wicki Michael (Lehrperson)" userId="3f751286-0333-4a5b-a1bf-0c4eee9565b5" providerId="ADAL" clId="{49061CF9-6DB9-4011-AA23-E57B8F60C04E}" dt="2024-02-18T16:29:58.217" v="1450" actId="20577"/>
        <pc:sldMkLst>
          <pc:docMk/>
          <pc:sldMk cId="2841948806" sldId="261"/>
        </pc:sldMkLst>
      </pc:sldChg>
      <pc:sldChg chg="del">
        <pc:chgData name="BBZW;FMZ; Wicki Michael (Lehrperson)" userId="3f751286-0333-4a5b-a1bf-0c4eee9565b5" providerId="ADAL" clId="{49061CF9-6DB9-4011-AA23-E57B8F60C04E}" dt="2024-02-18T16:25:20.583" v="1352" actId="47"/>
        <pc:sldMkLst>
          <pc:docMk/>
          <pc:sldMk cId="193402935" sldId="264"/>
        </pc:sldMkLst>
      </pc:sldChg>
      <pc:sldChg chg="del">
        <pc:chgData name="BBZW;FMZ; Wicki Michael (Lehrperson)" userId="3f751286-0333-4a5b-a1bf-0c4eee9565b5" providerId="ADAL" clId="{49061CF9-6DB9-4011-AA23-E57B8F60C04E}" dt="2024-02-18T15:40:01.490" v="2" actId="47"/>
        <pc:sldMkLst>
          <pc:docMk/>
          <pc:sldMk cId="4037828431" sldId="270"/>
        </pc:sldMkLst>
      </pc:sldChg>
      <pc:sldChg chg="addSp modSp add del mod ord">
        <pc:chgData name="BBZW;FMZ; Wicki Michael (Lehrperson)" userId="3f751286-0333-4a5b-a1bf-0c4eee9565b5" providerId="ADAL" clId="{49061CF9-6DB9-4011-AA23-E57B8F60C04E}" dt="2024-02-18T16:27:07.423" v="1407" actId="14100"/>
        <pc:sldMkLst>
          <pc:docMk/>
          <pc:sldMk cId="111238206" sldId="273"/>
        </pc:sldMkLst>
      </pc:sldChg>
      <pc:sldChg chg="del">
        <pc:chgData name="BBZW;FMZ; Wicki Michael (Lehrperson)" userId="3f751286-0333-4a5b-a1bf-0c4eee9565b5" providerId="ADAL" clId="{49061CF9-6DB9-4011-AA23-E57B8F60C04E}" dt="2024-02-18T15:40:14.880" v="7" actId="47"/>
        <pc:sldMkLst>
          <pc:docMk/>
          <pc:sldMk cId="1910497273" sldId="274"/>
        </pc:sldMkLst>
      </pc:sldChg>
      <pc:sldChg chg="del">
        <pc:chgData name="BBZW;FMZ; Wicki Michael (Lehrperson)" userId="3f751286-0333-4a5b-a1bf-0c4eee9565b5" providerId="ADAL" clId="{49061CF9-6DB9-4011-AA23-E57B8F60C04E}" dt="2024-02-18T15:40:02.262" v="3" actId="47"/>
        <pc:sldMkLst>
          <pc:docMk/>
          <pc:sldMk cId="2639902812" sldId="27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899688467" sldId="276"/>
        </pc:sldMkLst>
      </pc:sldChg>
      <pc:sldChg chg="addSp delSp modSp mod">
        <pc:chgData name="BBZW;FMZ; Wicki Michael (Lehrperson)" userId="3f751286-0333-4a5b-a1bf-0c4eee9565b5" providerId="ADAL" clId="{49061CF9-6DB9-4011-AA23-E57B8F60C04E}" dt="2024-02-18T16:29:31.002" v="1429" actId="948"/>
        <pc:sldMkLst>
          <pc:docMk/>
          <pc:sldMk cId="931657825" sldId="27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383627833" sldId="278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2754557349" sldId="279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884583151" sldId="280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047418885" sldId="283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49119557" sldId="285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3381949971" sldId="286"/>
        </pc:sldMkLst>
      </pc:sldChg>
      <pc:sldChg chg="del">
        <pc:chgData name="BBZW;FMZ; Wicki Michael (Lehrperson)" userId="3f751286-0333-4a5b-a1bf-0c4eee9565b5" providerId="ADAL" clId="{49061CF9-6DB9-4011-AA23-E57B8F60C04E}" dt="2024-02-18T15:40:38.211" v="10" actId="47"/>
        <pc:sldMkLst>
          <pc:docMk/>
          <pc:sldMk cId="3687262041" sldId="287"/>
        </pc:sldMkLst>
      </pc:sldChg>
      <pc:sldChg chg="del">
        <pc:chgData name="BBZW;FMZ; Wicki Michael (Lehrperson)" userId="3f751286-0333-4a5b-a1bf-0c4eee9565b5" providerId="ADAL" clId="{49061CF9-6DB9-4011-AA23-E57B8F60C04E}" dt="2024-02-18T16:02:57.734" v="628" actId="47"/>
        <pc:sldMkLst>
          <pc:docMk/>
          <pc:sldMk cId="1729795977" sldId="288"/>
        </pc:sldMkLst>
      </pc:sldChg>
      <pc:sldChg chg="modSp mod">
        <pc:chgData name="BBZW;FMZ; Wicki Michael (Lehrperson)" userId="3f751286-0333-4a5b-a1bf-0c4eee9565b5" providerId="ADAL" clId="{49061CF9-6DB9-4011-AA23-E57B8F60C04E}" dt="2024-02-18T16:30:21.820" v="1463" actId="20577"/>
        <pc:sldMkLst>
          <pc:docMk/>
          <pc:sldMk cId="3606767413" sldId="289"/>
        </pc:sldMkLst>
      </pc:sldChg>
      <pc:sldChg chg="del">
        <pc:chgData name="BBZW;FMZ; Wicki Michael (Lehrperson)" userId="3f751286-0333-4a5b-a1bf-0c4eee9565b5" providerId="ADAL" clId="{49061CF9-6DB9-4011-AA23-E57B8F60C04E}" dt="2024-02-18T16:25:17.215" v="1350" actId="47"/>
        <pc:sldMkLst>
          <pc:docMk/>
          <pc:sldMk cId="4178680484" sldId="290"/>
        </pc:sldMkLst>
      </pc:sldChg>
      <pc:sldChg chg="del">
        <pc:chgData name="BBZW;FMZ; Wicki Michael (Lehrperson)" userId="3f751286-0333-4a5b-a1bf-0c4eee9565b5" providerId="ADAL" clId="{49061CF9-6DB9-4011-AA23-E57B8F60C04E}" dt="2024-02-18T15:40:16.364" v="8" actId="47"/>
        <pc:sldMkLst>
          <pc:docMk/>
          <pc:sldMk cId="3415275552" sldId="291"/>
        </pc:sldMkLst>
      </pc:sldChg>
      <pc:sldChg chg="del">
        <pc:chgData name="BBZW;FMZ; Wicki Michael (Lehrperson)" userId="3f751286-0333-4a5b-a1bf-0c4eee9565b5" providerId="ADAL" clId="{49061CF9-6DB9-4011-AA23-E57B8F60C04E}" dt="2024-02-18T15:40:13.179" v="6" actId="47"/>
        <pc:sldMkLst>
          <pc:docMk/>
          <pc:sldMk cId="519756182" sldId="292"/>
        </pc:sldMkLst>
      </pc:sldChg>
      <pc:sldChg chg="del">
        <pc:chgData name="BBZW;FMZ; Wicki Michael (Lehrperson)" userId="3f751286-0333-4a5b-a1bf-0c4eee9565b5" providerId="ADAL" clId="{49061CF9-6DB9-4011-AA23-E57B8F60C04E}" dt="2024-02-18T16:25:16.298" v="1349" actId="47"/>
        <pc:sldMkLst>
          <pc:docMk/>
          <pc:sldMk cId="3528841619" sldId="293"/>
        </pc:sldMkLst>
      </pc:sldChg>
      <pc:sldChg chg="del">
        <pc:chgData name="BBZW;FMZ; Wicki Michael (Lehrperson)" userId="3f751286-0333-4a5b-a1bf-0c4eee9565b5" providerId="ADAL" clId="{49061CF9-6DB9-4011-AA23-E57B8F60C04E}" dt="2024-02-18T16:25:19.457" v="1351" actId="47"/>
        <pc:sldMkLst>
          <pc:docMk/>
          <pc:sldMk cId="3176439174" sldId="294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39:32.587" v="1566" actId="179"/>
        <pc:sldMkLst>
          <pc:docMk/>
          <pc:sldMk cId="864799744" sldId="295"/>
        </pc:sldMkLst>
      </pc:sldChg>
      <pc:sldChg chg="addSp modSp add mod">
        <pc:chgData name="BBZW;FMZ; Wicki Michael (Lehrperson)" userId="3f751286-0333-4a5b-a1bf-0c4eee9565b5" providerId="ADAL" clId="{49061CF9-6DB9-4011-AA23-E57B8F60C04E}" dt="2024-02-18T16:24:19.482" v="1272" actId="20577"/>
        <pc:sldMkLst>
          <pc:docMk/>
          <pc:sldMk cId="1533711411" sldId="296"/>
        </pc:sldMkLst>
      </pc:sldChg>
    </pc:docChg>
  </pc:docChgLst>
  <pc:docChgLst>
    <pc:chgData name="Michael Wicki" userId="9abe09b22e4fdb5c" providerId="LiveId" clId="{12F4AE18-4666-4DEA-B19D-50408717B1E6}"/>
    <pc:docChg chg="undo custSel addSld delSld modSld sldOrd">
      <pc:chgData name="Michael Wicki" userId="9abe09b22e4fdb5c" providerId="LiveId" clId="{12F4AE18-4666-4DEA-B19D-50408717B1E6}" dt="2024-01-30T09:43:24.768" v="5035" actId="20577"/>
      <pc:docMkLst>
        <pc:docMk/>
      </pc:docMkLst>
      <pc:sldChg chg="modSp mod">
        <pc:chgData name="Michael Wicki" userId="9abe09b22e4fdb5c" providerId="LiveId" clId="{12F4AE18-4666-4DEA-B19D-50408717B1E6}" dt="2024-01-30T09:43:24.768" v="5035" actId="20577"/>
        <pc:sldMkLst>
          <pc:docMk/>
          <pc:sldMk cId="4215852396" sldId="259"/>
        </pc:sldMkLst>
      </pc:sldChg>
      <pc:sldChg chg="del">
        <pc:chgData name="Michael Wicki" userId="9abe09b22e4fdb5c" providerId="LiveId" clId="{12F4AE18-4666-4DEA-B19D-50408717B1E6}" dt="2024-01-27T18:15:15.061" v="3091" actId="47"/>
        <pc:sldMkLst>
          <pc:docMk/>
          <pc:sldMk cId="2662203305" sldId="260"/>
        </pc:sldMkLst>
      </pc:sldChg>
      <pc:sldChg chg="modSp mod">
        <pc:chgData name="Michael Wicki" userId="9abe09b22e4fdb5c" providerId="LiveId" clId="{12F4AE18-4666-4DEA-B19D-50408717B1E6}" dt="2024-01-30T08:47:03.815" v="4717" actId="20577"/>
        <pc:sldMkLst>
          <pc:docMk/>
          <pc:sldMk cId="2841948806" sldId="261"/>
        </pc:sldMkLst>
      </pc:sldChg>
      <pc:sldChg chg="modSp del mod">
        <pc:chgData name="Michael Wicki" userId="9abe09b22e4fdb5c" providerId="LiveId" clId="{12F4AE18-4666-4DEA-B19D-50408717B1E6}" dt="2024-01-27T18:15:00.023" v="3085" actId="47"/>
        <pc:sldMkLst>
          <pc:docMk/>
          <pc:sldMk cId="980920978" sldId="262"/>
        </pc:sldMkLst>
      </pc:sldChg>
      <pc:sldChg chg="modSp del mod ord">
        <pc:chgData name="Michael Wicki" userId="9abe09b22e4fdb5c" providerId="LiveId" clId="{12F4AE18-4666-4DEA-B19D-50408717B1E6}" dt="2024-01-27T15:47:59.780" v="1458" actId="47"/>
        <pc:sldMkLst>
          <pc:docMk/>
          <pc:sldMk cId="1567451325" sldId="263"/>
        </pc:sldMkLst>
      </pc:sldChg>
      <pc:sldChg chg="modSp mod">
        <pc:chgData name="Michael Wicki" userId="9abe09b22e4fdb5c" providerId="LiveId" clId="{12F4AE18-4666-4DEA-B19D-50408717B1E6}" dt="2024-01-27T15:48:23.301" v="1476" actId="20577"/>
        <pc:sldMkLst>
          <pc:docMk/>
          <pc:sldMk cId="193402935" sldId="264"/>
        </pc:sldMkLst>
      </pc:sldChg>
      <pc:sldChg chg="modSp del mod">
        <pc:chgData name="Michael Wicki" userId="9abe09b22e4fdb5c" providerId="LiveId" clId="{12F4AE18-4666-4DEA-B19D-50408717B1E6}" dt="2024-01-27T18:15:04.507" v="3087" actId="47"/>
        <pc:sldMkLst>
          <pc:docMk/>
          <pc:sldMk cId="3671667540" sldId="265"/>
        </pc:sldMkLst>
      </pc:sldChg>
      <pc:sldChg chg="modSp del mod">
        <pc:chgData name="Michael Wicki" userId="9abe09b22e4fdb5c" providerId="LiveId" clId="{12F4AE18-4666-4DEA-B19D-50408717B1E6}" dt="2024-01-27T18:15:07.503" v="3088" actId="47"/>
        <pc:sldMkLst>
          <pc:docMk/>
          <pc:sldMk cId="2962151881" sldId="266"/>
        </pc:sldMkLst>
      </pc:sldChg>
      <pc:sldChg chg="modSp del mod">
        <pc:chgData name="Michael Wicki" userId="9abe09b22e4fdb5c" providerId="LiveId" clId="{12F4AE18-4666-4DEA-B19D-50408717B1E6}" dt="2024-01-27T18:15:09.132" v="3089" actId="47"/>
        <pc:sldMkLst>
          <pc:docMk/>
          <pc:sldMk cId="4060942184" sldId="267"/>
        </pc:sldMkLst>
      </pc:sldChg>
      <pc:sldChg chg="modSp del mod">
        <pc:chgData name="Michael Wicki" userId="9abe09b22e4fdb5c" providerId="LiveId" clId="{12F4AE18-4666-4DEA-B19D-50408717B1E6}" dt="2024-01-27T18:15:12.176" v="3090" actId="47"/>
        <pc:sldMkLst>
          <pc:docMk/>
          <pc:sldMk cId="530994592" sldId="268"/>
        </pc:sldMkLst>
      </pc:sldChg>
      <pc:sldChg chg="del">
        <pc:chgData name="Michael Wicki" userId="9abe09b22e4fdb5c" providerId="LiveId" clId="{12F4AE18-4666-4DEA-B19D-50408717B1E6}" dt="2024-01-27T14:00:09.617" v="997" actId="47"/>
        <pc:sldMkLst>
          <pc:docMk/>
          <pc:sldMk cId="1066179267" sldId="269"/>
        </pc:sldMkLst>
      </pc:sldChg>
      <pc:sldChg chg="modSp add mod">
        <pc:chgData name="Michael Wicki" userId="9abe09b22e4fdb5c" providerId="LiveId" clId="{12F4AE18-4666-4DEA-B19D-50408717B1E6}" dt="2024-01-27T14:00:05.381" v="996" actId="20577"/>
        <pc:sldMkLst>
          <pc:docMk/>
          <pc:sldMk cId="4037828431" sldId="270"/>
        </pc:sldMkLst>
      </pc:sldChg>
      <pc:sldChg chg="modSp add del mod">
        <pc:chgData name="Michael Wicki" userId="9abe09b22e4fdb5c" providerId="LiveId" clId="{12F4AE18-4666-4DEA-B19D-50408717B1E6}" dt="2024-01-27T13:53:05.821" v="502" actId="47"/>
        <pc:sldMkLst>
          <pc:docMk/>
          <pc:sldMk cId="1464576455" sldId="271"/>
        </pc:sldMkLst>
      </pc:sldChg>
      <pc:sldChg chg="modSp add del mod">
        <pc:chgData name="Michael Wicki" userId="9abe09b22e4fdb5c" providerId="LiveId" clId="{12F4AE18-4666-4DEA-B19D-50408717B1E6}" dt="2024-01-27T18:15:01.767" v="3086" actId="47"/>
        <pc:sldMkLst>
          <pc:docMk/>
          <pc:sldMk cId="1782633458" sldId="272"/>
        </pc:sldMkLst>
      </pc:sldChg>
      <pc:sldChg chg="addSp modSp add mod ord">
        <pc:chgData name="Michael Wicki" userId="9abe09b22e4fdb5c" providerId="LiveId" clId="{12F4AE18-4666-4DEA-B19D-50408717B1E6}" dt="2024-01-27T15:01:59.728" v="1107" actId="1037"/>
        <pc:sldMkLst>
          <pc:docMk/>
          <pc:sldMk cId="111238206" sldId="273"/>
        </pc:sldMkLst>
      </pc:sldChg>
      <pc:sldChg chg="modSp add mod ord">
        <pc:chgData name="Michael Wicki" userId="9abe09b22e4fdb5c" providerId="LiveId" clId="{12F4AE18-4666-4DEA-B19D-50408717B1E6}" dt="2024-01-30T08:50:22.506" v="4719"/>
        <pc:sldMkLst>
          <pc:docMk/>
          <pc:sldMk cId="1910497273" sldId="274"/>
        </pc:sldMkLst>
      </pc:sldChg>
      <pc:sldChg chg="modSp add mod ord">
        <pc:chgData name="Michael Wicki" userId="9abe09b22e4fdb5c" providerId="LiveId" clId="{12F4AE18-4666-4DEA-B19D-50408717B1E6}" dt="2024-01-27T15:48:08.341" v="1462" actId="20577"/>
        <pc:sldMkLst>
          <pc:docMk/>
          <pc:sldMk cId="2639902812" sldId="275"/>
        </pc:sldMkLst>
      </pc:sldChg>
      <pc:sldChg chg="addSp delSp modSp add mod modAnim">
        <pc:chgData name="Michael Wicki" userId="9abe09b22e4fdb5c" providerId="LiveId" clId="{12F4AE18-4666-4DEA-B19D-50408717B1E6}" dt="2024-01-27T18:41:52.857" v="3775" actId="1076"/>
        <pc:sldMkLst>
          <pc:docMk/>
          <pc:sldMk cId="1899688467" sldId="276"/>
        </pc:sldMkLst>
      </pc:sldChg>
      <pc:sldChg chg="modSp add mod">
        <pc:chgData name="Michael Wicki" userId="9abe09b22e4fdb5c" providerId="LiveId" clId="{12F4AE18-4666-4DEA-B19D-50408717B1E6}" dt="2024-01-30T08:55:39.518" v="4876" actId="20577"/>
        <pc:sldMkLst>
          <pc:docMk/>
          <pc:sldMk cId="931657825" sldId="277"/>
        </pc:sldMkLst>
      </pc:sldChg>
      <pc:sldChg chg="add del">
        <pc:chgData name="Michael Wicki" userId="9abe09b22e4fdb5c" providerId="LiveId" clId="{12F4AE18-4666-4DEA-B19D-50408717B1E6}" dt="2024-01-27T15:51:03.992" v="1498" actId="47"/>
        <pc:sldMkLst>
          <pc:docMk/>
          <pc:sldMk cId="3348787744" sldId="277"/>
        </pc:sldMkLst>
      </pc:sldChg>
      <pc:sldChg chg="delSp add del mod ord delAnim">
        <pc:chgData name="Michael Wicki" userId="9abe09b22e4fdb5c" providerId="LiveId" clId="{12F4AE18-4666-4DEA-B19D-50408717B1E6}" dt="2024-01-27T16:13:29.206" v="1623" actId="47"/>
        <pc:sldMkLst>
          <pc:docMk/>
          <pc:sldMk cId="3412417297" sldId="277"/>
        </pc:sldMkLst>
      </pc:sldChg>
      <pc:sldChg chg="addSp modSp new mod">
        <pc:chgData name="Michael Wicki" userId="9abe09b22e4fdb5c" providerId="LiveId" clId="{12F4AE18-4666-4DEA-B19D-50408717B1E6}" dt="2024-01-30T09:12:19.500" v="4949" actId="20577"/>
        <pc:sldMkLst>
          <pc:docMk/>
          <pc:sldMk cId="1383627833" sldId="278"/>
        </pc:sldMkLst>
      </pc:sldChg>
      <pc:sldChg chg="addSp delSp modSp new mod modAnim">
        <pc:chgData name="Michael Wicki" userId="9abe09b22e4fdb5c" providerId="LiveId" clId="{12F4AE18-4666-4DEA-B19D-50408717B1E6}" dt="2024-01-27T16:31:08.640" v="2304" actId="14100"/>
        <pc:sldMkLst>
          <pc:docMk/>
          <pc:sldMk cId="2754557349" sldId="279"/>
        </pc:sldMkLst>
      </pc:sldChg>
      <pc:sldChg chg="addSp delSp modSp new mod">
        <pc:chgData name="Michael Wicki" userId="9abe09b22e4fdb5c" providerId="LiveId" clId="{12F4AE18-4666-4DEA-B19D-50408717B1E6}" dt="2024-01-27T16:33:22.138" v="2330" actId="33524"/>
        <pc:sldMkLst>
          <pc:docMk/>
          <pc:sldMk cId="3884583151" sldId="280"/>
        </pc:sldMkLst>
      </pc:sldChg>
      <pc:sldChg chg="addSp delSp modSp new del mod">
        <pc:chgData name="Michael Wicki" userId="9abe09b22e4fdb5c" providerId="LiveId" clId="{12F4AE18-4666-4DEA-B19D-50408717B1E6}" dt="2024-01-27T16:47:38.162" v="2387" actId="47"/>
        <pc:sldMkLst>
          <pc:docMk/>
          <pc:sldMk cId="3941096719" sldId="281"/>
        </pc:sldMkLst>
      </pc:sldChg>
      <pc:sldChg chg="new del">
        <pc:chgData name="Michael Wicki" userId="9abe09b22e4fdb5c" providerId="LiveId" clId="{12F4AE18-4666-4DEA-B19D-50408717B1E6}" dt="2024-01-27T18:14:58.739" v="3084" actId="47"/>
        <pc:sldMkLst>
          <pc:docMk/>
          <pc:sldMk cId="1521905929" sldId="282"/>
        </pc:sldMkLst>
      </pc:sldChg>
      <pc:sldChg chg="addSp delSp modSp add mod ord">
        <pc:chgData name="Michael Wicki" userId="9abe09b22e4fdb5c" providerId="LiveId" clId="{12F4AE18-4666-4DEA-B19D-50408717B1E6}" dt="2024-01-30T09:21:58.357" v="4951" actId="14100"/>
        <pc:sldMkLst>
          <pc:docMk/>
          <pc:sldMk cId="3047418885" sldId="283"/>
        </pc:sldMkLst>
      </pc:sldChg>
      <pc:sldChg chg="new del">
        <pc:chgData name="Michael Wicki" userId="9abe09b22e4fdb5c" providerId="LiveId" clId="{12F4AE18-4666-4DEA-B19D-50408717B1E6}" dt="2024-01-27T18:14:57.709" v="3083" actId="47"/>
        <pc:sldMkLst>
          <pc:docMk/>
          <pc:sldMk cId="3105354897" sldId="284"/>
        </pc:sldMkLst>
      </pc:sldChg>
      <pc:sldChg chg="addSp delSp modSp new mod ord delAnim modAnim">
        <pc:chgData name="Michael Wicki" userId="9abe09b22e4fdb5c" providerId="LiveId" clId="{12F4AE18-4666-4DEA-B19D-50408717B1E6}" dt="2024-01-27T18:43:25.040" v="3785" actId="20577"/>
        <pc:sldMkLst>
          <pc:docMk/>
          <pc:sldMk cId="49119557" sldId="285"/>
        </pc:sldMkLst>
      </pc:sldChg>
      <pc:sldChg chg="new del">
        <pc:chgData name="Michael Wicki" userId="9abe09b22e4fdb5c" providerId="LiveId" clId="{12F4AE18-4666-4DEA-B19D-50408717B1E6}" dt="2024-01-27T17:12:46.611" v="3014" actId="47"/>
        <pc:sldMkLst>
          <pc:docMk/>
          <pc:sldMk cId="344296320" sldId="285"/>
        </pc:sldMkLst>
      </pc:sldChg>
      <pc:sldChg chg="new del">
        <pc:chgData name="Michael Wicki" userId="9abe09b22e4fdb5c" providerId="LiveId" clId="{12F4AE18-4666-4DEA-B19D-50408717B1E6}" dt="2024-01-27T17:12:41.556" v="3012" actId="47"/>
        <pc:sldMkLst>
          <pc:docMk/>
          <pc:sldMk cId="4030725331" sldId="285"/>
        </pc:sldMkLst>
      </pc:sldChg>
      <pc:sldChg chg="modSp add mod">
        <pc:chgData name="Michael Wicki" userId="9abe09b22e4fdb5c" providerId="LiveId" clId="{12F4AE18-4666-4DEA-B19D-50408717B1E6}" dt="2024-01-27T18:43:30.863" v="3795" actId="20577"/>
        <pc:sldMkLst>
          <pc:docMk/>
          <pc:sldMk cId="3381949971" sldId="286"/>
        </pc:sldMkLst>
      </pc:sldChg>
      <pc:sldChg chg="modSp new mod">
        <pc:chgData name="Michael Wicki" userId="9abe09b22e4fdb5c" providerId="LiveId" clId="{12F4AE18-4666-4DEA-B19D-50408717B1E6}" dt="2024-01-27T18:18:12.747" v="3424" actId="20577"/>
        <pc:sldMkLst>
          <pc:docMk/>
          <pc:sldMk cId="3687262041" sldId="287"/>
        </pc:sldMkLst>
      </pc:sldChg>
      <pc:sldChg chg="modSp new mod ord">
        <pc:chgData name="Michael Wicki" userId="9abe09b22e4fdb5c" providerId="LiveId" clId="{12F4AE18-4666-4DEA-B19D-50408717B1E6}" dt="2024-01-30T09:24:27.022" v="5014" actId="20577"/>
        <pc:sldMkLst>
          <pc:docMk/>
          <pc:sldMk cId="1729795977" sldId="288"/>
        </pc:sldMkLst>
      </pc:sldChg>
      <pc:sldChg chg="new del">
        <pc:chgData name="Michael Wicki" userId="9abe09b22e4fdb5c" providerId="LiveId" clId="{12F4AE18-4666-4DEA-B19D-50408717B1E6}" dt="2024-01-27T18:18:57.390" v="3426" actId="47"/>
        <pc:sldMkLst>
          <pc:docMk/>
          <pc:sldMk cId="3655715734" sldId="288"/>
        </pc:sldMkLst>
      </pc:sldChg>
      <pc:sldChg chg="modSp new mod">
        <pc:chgData name="Michael Wicki" userId="9abe09b22e4fdb5c" providerId="LiveId" clId="{12F4AE18-4666-4DEA-B19D-50408717B1E6}" dt="2024-01-27T19:01:17.175" v="4583" actId="20577"/>
        <pc:sldMkLst>
          <pc:docMk/>
          <pc:sldMk cId="3606767413" sldId="289"/>
        </pc:sldMkLst>
      </pc:sldChg>
      <pc:sldChg chg="modSp new mod">
        <pc:chgData name="Michael Wicki" userId="9abe09b22e4fdb5c" providerId="LiveId" clId="{12F4AE18-4666-4DEA-B19D-50408717B1E6}" dt="2024-01-30T09:35:39.185" v="5025" actId="20577"/>
        <pc:sldMkLst>
          <pc:docMk/>
          <pc:sldMk cId="4178680484" sldId="290"/>
        </pc:sldMkLst>
      </pc:sldChg>
    </pc:docChg>
  </pc:docChgLst>
  <pc:docChgLst>
    <pc:chgData name="BBZW;FMZ; Wicki Michael (Lehrperson)" userId="3f751286-0333-4a5b-a1bf-0c4eee9565b5" providerId="ADAL" clId="{D03D3322-2906-45DA-A640-8F899A5B7F9D}"/>
    <pc:docChg chg="modSld sldOrd">
      <pc:chgData name="BBZW;FMZ; Wicki Michael (Lehrperson)" userId="3f751286-0333-4a5b-a1bf-0c4eee9565b5" providerId="ADAL" clId="{D03D3322-2906-45DA-A640-8F899A5B7F9D}" dt="2025-10-13T12:59:42.226" v="49"/>
      <pc:docMkLst>
        <pc:docMk/>
      </pc:docMkLst>
      <pc:sldChg chg="modSp mod">
        <pc:chgData name="BBZW;FMZ; Wicki Michael (Lehrperson)" userId="3f751286-0333-4a5b-a1bf-0c4eee9565b5" providerId="ADAL" clId="{D03D3322-2906-45DA-A640-8F899A5B7F9D}" dt="2025-10-13T03:28:59.239" v="44" actId="20577"/>
        <pc:sldMkLst>
          <pc:docMk/>
          <pc:sldMk cId="2841948806" sldId="261"/>
        </pc:sldMkLst>
        <pc:spChg chg="mod">
          <ac:chgData name="BBZW;FMZ; Wicki Michael (Lehrperson)" userId="3f751286-0333-4a5b-a1bf-0c4eee9565b5" providerId="ADAL" clId="{D03D3322-2906-45DA-A640-8F899A5B7F9D}" dt="2025-10-13T03:28:59.239" v="44" actId="20577"/>
          <ac:spMkLst>
            <pc:docMk/>
            <pc:sldMk cId="2841948806" sldId="261"/>
            <ac:spMk id="2" creationId="{00000000-0000-0000-0000-000000000000}"/>
          </ac:spMkLst>
        </pc:spChg>
      </pc:sldChg>
      <pc:sldChg chg="modSp mod">
        <pc:chgData name="BBZW;FMZ; Wicki Michael (Lehrperson)" userId="3f751286-0333-4a5b-a1bf-0c4eee9565b5" providerId="ADAL" clId="{D03D3322-2906-45DA-A640-8F899A5B7F9D}" dt="2025-10-13T03:17:03.499" v="0" actId="732"/>
        <pc:sldMkLst>
          <pc:docMk/>
          <pc:sldMk cId="111238206" sldId="273"/>
        </pc:sldMkLst>
        <pc:picChg chg="mod modCrop">
          <ac:chgData name="BBZW;FMZ; Wicki Michael (Lehrperson)" userId="3f751286-0333-4a5b-a1bf-0c4eee9565b5" providerId="ADAL" clId="{D03D3322-2906-45DA-A640-8F899A5B7F9D}" dt="2025-10-13T03:17:03.499" v="0" actId="732"/>
          <ac:picMkLst>
            <pc:docMk/>
            <pc:sldMk cId="111238206" sldId="273"/>
            <ac:picMk id="13" creationId="{5039A409-EC19-8406-FC09-A9A754D7C128}"/>
          </ac:picMkLst>
        </pc:picChg>
      </pc:sldChg>
      <pc:sldChg chg="modSp mod">
        <pc:chgData name="BBZW;FMZ; Wicki Michael (Lehrperson)" userId="3f751286-0333-4a5b-a1bf-0c4eee9565b5" providerId="ADAL" clId="{D03D3322-2906-45DA-A640-8F899A5B7F9D}" dt="2025-10-13T12:59:42.226" v="49"/>
        <pc:sldMkLst>
          <pc:docMk/>
          <pc:sldMk cId="3606767413" sldId="289"/>
        </pc:sldMkLst>
        <pc:spChg chg="mod">
          <ac:chgData name="BBZW;FMZ; Wicki Michael (Lehrperson)" userId="3f751286-0333-4a5b-a1bf-0c4eee9565b5" providerId="ADAL" clId="{D03D3322-2906-45DA-A640-8F899A5B7F9D}" dt="2025-10-13T12:59:42.226" v="49"/>
          <ac:spMkLst>
            <pc:docMk/>
            <pc:sldMk cId="3606767413" sldId="289"/>
            <ac:spMk id="2" creationId="{FB9BE0E1-76E6-9960-5A30-4F52F4B4A7BC}"/>
          </ac:spMkLst>
        </pc:spChg>
      </pc:sldChg>
      <pc:sldChg chg="ord">
        <pc:chgData name="BBZW;FMZ; Wicki Michael (Lehrperson)" userId="3f751286-0333-4a5b-a1bf-0c4eee9565b5" providerId="ADAL" clId="{D03D3322-2906-45DA-A640-8F899A5B7F9D}" dt="2025-10-13T11:59:44.662" v="46"/>
        <pc:sldMkLst>
          <pc:docMk/>
          <pc:sldMk cId="2190786122" sldId="293"/>
        </pc:sldMkLst>
      </pc:sldChg>
    </pc:docChg>
  </pc:docChgLst>
  <pc:docChgLst>
    <pc:chgData name="BBZW;FMZ; Wicki Michael (Lehrperson)" userId="3f751286-0333-4a5b-a1bf-0c4eee9565b5" providerId="ADAL" clId="{DDA65C7B-07DF-45A2-92A6-BE545531E6D8}"/>
    <pc:docChg chg="undo custSel modSld">
      <pc:chgData name="BBZW;FMZ; Wicki Michael (Lehrperson)" userId="3f751286-0333-4a5b-a1bf-0c4eee9565b5" providerId="ADAL" clId="{DDA65C7B-07DF-45A2-92A6-BE545531E6D8}" dt="2025-02-19T09:47:36.794" v="80" actId="478"/>
      <pc:docMkLst>
        <pc:docMk/>
      </pc:docMkLst>
      <pc:sldChg chg="modSp mod">
        <pc:chgData name="BBZW;FMZ; Wicki Michael (Lehrperson)" userId="3f751286-0333-4a5b-a1bf-0c4eee9565b5" providerId="ADAL" clId="{DDA65C7B-07DF-45A2-92A6-BE545531E6D8}" dt="2024-03-27T07:00:10.732" v="26" actId="20577"/>
        <pc:sldMkLst>
          <pc:docMk/>
          <pc:sldMk cId="4215852396" sldId="259"/>
        </pc:sldMkLst>
      </pc:sldChg>
      <pc:sldChg chg="modSp mod">
        <pc:chgData name="BBZW;FMZ; Wicki Michael (Lehrperson)" userId="3f751286-0333-4a5b-a1bf-0c4eee9565b5" providerId="ADAL" clId="{DDA65C7B-07DF-45A2-92A6-BE545531E6D8}" dt="2024-03-27T07:57:18.185" v="79" actId="20577"/>
        <pc:sldMkLst>
          <pc:docMk/>
          <pc:sldMk cId="2841948806" sldId="261"/>
        </pc:sldMkLst>
      </pc:sldChg>
      <pc:sldChg chg="delSp mod">
        <pc:chgData name="BBZW;FMZ; Wicki Michael (Lehrperson)" userId="3f751286-0333-4a5b-a1bf-0c4eee9565b5" providerId="ADAL" clId="{DDA65C7B-07DF-45A2-92A6-BE545531E6D8}" dt="2025-02-19T09:47:36.794" v="80" actId="478"/>
        <pc:sldMkLst>
          <pc:docMk/>
          <pc:sldMk cId="111238206" sldId="2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B0177-EEAD-467F-A696-33021A3737BE}" type="datetimeFigureOut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6137-33AE-42AD-9CFF-625B8FDFB1A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4509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5E307-2EED-41DC-B960-7F893A5ED0C7}" type="datetimeFigureOut">
              <a:rPr lang="de-CH" smtClean="0"/>
              <a:t>20.10.2025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FF4FE-F8FC-4C1D-BEE1-E343905C330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752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Abse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3338338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2402338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199" y="964574"/>
            <a:ext cx="6242919" cy="10948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+mn-lt"/>
              </a:defRPr>
            </a:lvl1pPr>
          </a:lstStyle>
          <a:p>
            <a:r>
              <a:rPr lang="de-CH" b="1"/>
              <a:t>Organisation</a:t>
            </a:r>
          </a:p>
        </p:txBody>
      </p:sp>
    </p:spTree>
    <p:extLst>
      <p:ext uri="{BB962C8B-B14F-4D97-AF65-F5344CB8AC3E}">
        <p14:creationId xmlns:p14="http://schemas.microsoft.com/office/powerpoint/2010/main" val="1996287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19200" y="1872000"/>
            <a:ext cx="11160000" cy="2880000"/>
          </a:xfrm>
        </p:spPr>
        <p:txBody>
          <a:bodyPr>
            <a:normAutofit/>
          </a:bodyPr>
          <a:lstStyle>
            <a:lvl1pPr marL="0" indent="0" algn="l">
              <a:buNone/>
              <a:defRPr sz="3200" i="1">
                <a:solidFill>
                  <a:schemeClr val="bg1">
                    <a:lumMod val="65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80583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9200" y="1872000"/>
            <a:ext cx="11160000" cy="4320000"/>
          </a:xfr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buClr>
                <a:srgbClr val="0082C7"/>
              </a:buClr>
              <a:buSzPct val="80000"/>
              <a:buFontTx/>
              <a:buBlip>
                <a:blip r:embed="rId2"/>
              </a:buBlip>
              <a:defRPr lang="de-DE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430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34920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4589463"/>
            <a:ext cx="11160000" cy="154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3015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9200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99999" y="1872000"/>
            <a:ext cx="5472000" cy="4320000"/>
          </a:xfrm>
        </p:spPr>
        <p:txBody>
          <a:bodyPr/>
          <a:lstStyle>
            <a:lvl1pPr marL="228594" indent="-228594">
              <a:buFontTx/>
              <a:buBlip>
                <a:blip r:embed="rId2"/>
              </a:buBlip>
              <a:defRPr/>
            </a:lvl1pPr>
            <a:lvl2pPr marL="685783" indent="-228594">
              <a:buFontTx/>
              <a:buBlip>
                <a:blip r:embed="rId2"/>
              </a:buBlip>
              <a:defRPr/>
            </a:lvl2pPr>
            <a:lvl3pPr marL="1142971" indent="-228594">
              <a:buFontTx/>
              <a:buBlip>
                <a:blip r:embed="rId2"/>
              </a:buBlip>
              <a:defRPr/>
            </a:lvl3pPr>
            <a:lvl4pPr marL="1600160" indent="-228594">
              <a:buFontTx/>
              <a:buBlip>
                <a:blip r:embed="rId2"/>
              </a:buBlip>
              <a:defRPr/>
            </a:lvl4pPr>
            <a:lvl5pPr marL="2057349" indent="-228594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19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0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99999" y="1947863"/>
            <a:ext cx="547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9859" y="2914651"/>
            <a:ext cx="5472000" cy="3275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91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30011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894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1008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40000" y="2159999"/>
            <a:ext cx="6731999" cy="396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60000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8942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932000" y="936000"/>
            <a:ext cx="6840000" cy="5183998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19200" y="2159998"/>
            <a:ext cx="4140000" cy="3960000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4140000" cy="10133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321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zt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19200" y="964575"/>
            <a:ext cx="11160000" cy="1800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/>
            </a:lvl1pPr>
          </a:lstStyle>
          <a:p>
            <a:pPr lvl="0"/>
            <a:r>
              <a:rPr lang="de-DE"/>
              <a:t>Departement</a:t>
            </a:r>
          </a:p>
          <a:p>
            <a:pPr lvl="0"/>
            <a:r>
              <a:rPr lang="de-DE"/>
              <a:t>Organisation</a:t>
            </a:r>
          </a:p>
          <a:p>
            <a:pPr lvl="0"/>
            <a:r>
              <a:rPr lang="de-DE"/>
              <a:t>URL…</a:t>
            </a:r>
            <a:endParaRPr lang="de-CH"/>
          </a:p>
          <a:p>
            <a:pPr lvl="0"/>
            <a:endParaRPr lang="de-CH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19200" y="3240000"/>
            <a:ext cx="11160000" cy="1440000"/>
          </a:xfrm>
        </p:spPr>
        <p:txBody>
          <a:bodyPr/>
          <a:lstStyle>
            <a:lvl1pPr marL="0" indent="0" algn="ctr">
              <a:buNone/>
              <a:defRPr i="1" baseline="0">
                <a:solidFill>
                  <a:srgbClr val="009FE3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de-DE"/>
              <a:t>Schlusssatz, Handlungsaufforderung (opt.)</a:t>
            </a:r>
            <a:endParaRPr lang="de-CH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>
          <a:xfrm>
            <a:off x="619200" y="6372000"/>
            <a:ext cx="1440000" cy="360000"/>
          </a:xfrm>
        </p:spPr>
        <p:txBody>
          <a:bodyPr/>
          <a:lstStyle/>
          <a:p>
            <a:fld id="{13ED32CE-2F18-42BB-BEA2-16F36172DBDC}" type="datetime1">
              <a:rPr lang="de-CH" smtClean="0"/>
              <a:t>20.10.2025</a:t>
            </a:fld>
            <a:endParaRPr lang="de-CH"/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232000" y="6372000"/>
            <a:ext cx="7920000" cy="360000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0332000" y="6372000"/>
            <a:ext cx="1440000" cy="360000"/>
          </a:xfrm>
        </p:spPr>
        <p:txBody>
          <a:bodyPr/>
          <a:lstStyle/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3008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19200" y="936000"/>
            <a:ext cx="11160000" cy="72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9200" y="1872000"/>
            <a:ext cx="1116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192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A72A3-220D-48A9-B693-AB7431F73DEE}" type="datetime1">
              <a:rPr lang="de-CH" smtClean="0"/>
              <a:t>20.10.2025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232000" y="6372000"/>
            <a:ext cx="79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32000" y="637200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BD758-C871-49DC-A050-36A17C18F2FA}" type="slidenum">
              <a:rPr lang="de-CH" smtClean="0"/>
              <a:t>‹Nr.›</a:t>
            </a:fld>
            <a:endParaRPr lang="de-CH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1216800" cy="36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48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rgbClr val="0082C7"/>
        </a:buClr>
        <a:buSzPct val="80000"/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0082C7"/>
        </a:buClr>
        <a:buSzPct val="80000"/>
        <a:buFontTx/>
        <a:buBlip>
          <a:blip r:embed="rId14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3" userDrawn="1">
          <p15:clr>
            <a:srgbClr val="F26B43"/>
          </p15:clr>
        </p15:guide>
        <p15:guide id="2" pos="619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38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lexboxfroggy.com/#de" TargetMode="External"/><Relationship Id="rId2" Type="http://schemas.openxmlformats.org/officeDocument/2006/relationships/hyperlink" Target="https://doc.m293.bbzwinf.ch/#/aufgaben/flexbox_uebung_1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subTitle" idx="1"/>
          </p:nvPr>
        </p:nvSpPr>
        <p:spPr>
          <a:xfrm>
            <a:off x="619200" y="2875004"/>
            <a:ext cx="11160000" cy="3583459"/>
          </a:xfrm>
        </p:spPr>
        <p:txBody>
          <a:bodyPr/>
          <a:lstStyle/>
          <a:p>
            <a:r>
              <a:rPr lang="de-CH" altLang="de-DE">
                <a:solidFill>
                  <a:schemeClr val="tx1"/>
                </a:solidFill>
              </a:rPr>
              <a:t>Modul 293</a:t>
            </a:r>
          </a:p>
          <a:p>
            <a:r>
              <a:rPr lang="de-CH">
                <a:solidFill>
                  <a:schemeClr val="tx1"/>
                </a:solidFill>
              </a:rPr>
              <a:t>Webauftritt erstellen und veröffentlichen​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19200" y="935999"/>
            <a:ext cx="11160000" cy="1675396"/>
          </a:xfrm>
        </p:spPr>
        <p:txBody>
          <a:bodyPr/>
          <a:lstStyle/>
          <a:p>
            <a:r>
              <a:rPr lang="de-CH" dirty="0"/>
              <a:t>06 CSS Layouts </a:t>
            </a: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 err="1">
                <a:sym typeface="Wingdings" panose="05000000000000000000" pitchFamily="2" charset="2"/>
              </a:rPr>
              <a:t>Flexbox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158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Anwesenheitskontrolle</a:t>
            </a:r>
          </a:p>
          <a:p>
            <a:r>
              <a:rPr lang="de-CH" dirty="0"/>
              <a:t>Theorie CSS-Layouts Flexbox</a:t>
            </a:r>
          </a:p>
          <a:p>
            <a:r>
              <a:rPr lang="de-CH" dirty="0"/>
              <a:t>Auftrag zu Flexbox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18.02.2024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2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Themen</a:t>
            </a:r>
          </a:p>
        </p:txBody>
      </p:sp>
    </p:spTree>
    <p:extLst>
      <p:ext uri="{BB962C8B-B14F-4D97-AF65-F5344CB8AC3E}">
        <p14:creationId xmlns:p14="http://schemas.microsoft.com/office/powerpoint/2010/main" val="2841948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3</a:t>
            </a:fld>
            <a:endParaRPr lang="de-CH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Überblick Modulinhalte / Grobplanung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5039A409-EC19-8406-FC09-A9A754D7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1"/>
          <a:stretch>
            <a:fillRect/>
          </a:stretch>
        </p:blipFill>
        <p:spPr>
          <a:xfrm>
            <a:off x="2231999" y="2011858"/>
            <a:ext cx="6454801" cy="4094967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465FE29-07E4-AEEF-2BC9-48E104FDB062}"/>
              </a:ext>
            </a:extLst>
          </p:cNvPr>
          <p:cNvSpPr/>
          <p:nvPr/>
        </p:nvSpPr>
        <p:spPr>
          <a:xfrm>
            <a:off x="3761327" y="2690442"/>
            <a:ext cx="3786484" cy="40568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123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6F1EE93-EBBE-1A32-7BE1-8CCAA0C7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0" y="1872000"/>
            <a:ext cx="7990327" cy="4320000"/>
          </a:xfrm>
        </p:spPr>
        <p:txBody>
          <a:bodyPr/>
          <a:lstStyle/>
          <a:p>
            <a:r>
              <a:rPr lang="de-CH" dirty="0"/>
              <a:t>Layout ist die Art und Weise, wie Text, Bilder und andere Inhalte platziert und angeordnet werden.</a:t>
            </a:r>
          </a:p>
          <a:p>
            <a:r>
              <a:rPr lang="de-CH" dirty="0"/>
              <a:t>Das Layout gibt der Seite eine Struktur, wie Inhalte platziert werden</a:t>
            </a:r>
          </a:p>
          <a:p>
            <a:r>
              <a:rPr lang="de-CH" dirty="0"/>
              <a:t>Aufbau eines Layouts: Anordnung von Seitenelement einer visuellen Struktur, anstatt diese einfach hintereinander zu platzieren.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8F282D-C9DD-F6BF-89E8-DDE761E0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82E563-1B62-4DAB-81C0-D1213192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92054B-9DCE-B752-D88A-CC034A7F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4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880C865-9811-903C-18E3-019B7CAB4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versteht man unter «Layout»?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74D3B41-158B-DC5E-9A7E-51A4EA30B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21" y="1586167"/>
            <a:ext cx="3487279" cy="48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5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1D20176-0E6A-D703-AAE4-D2275DA70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136E60A-F878-8A94-EF70-819856DC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7B6AD3-A7FC-6C3A-7BDA-C8938E2D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5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53D80F4-BC93-5DB1-0DC9-32300B4C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Die drei Möglichkeiten von Layout-Techniken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9956EDA-ACB4-5814-1BE7-96211A575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044" y="1879028"/>
            <a:ext cx="8390312" cy="426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0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1C6AE3-1DB2-28A5-AA16-0E944DD4C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88492E-C5B2-4EDE-2076-4E8FC4F7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3321BC-A4CE-3730-256A-DF194AE57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6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6572118-FA61-A0AD-CACE-97F7F872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Flexbox</a:t>
            </a:r>
            <a:r>
              <a:rPr lang="de-CH" dirty="0"/>
              <a:t> Terminologie</a:t>
            </a:r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F34F6AE7-CBFB-FC76-79A0-019ADC32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442" y="2200165"/>
            <a:ext cx="7977812" cy="340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04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8B1E1FF-7115-37D5-5EE9-1E54B72A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03F55A-8008-858F-B5CD-1BA5F87A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704F8B-F4FA-9C5E-36EF-92BEF63E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7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259EB12-74A8-A014-8719-B52EC136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Flexbox</a:t>
            </a:r>
            <a:r>
              <a:rPr lang="de-CH" dirty="0"/>
              <a:t> </a:t>
            </a:r>
            <a:r>
              <a:rPr lang="de-CH" dirty="0">
                <a:sym typeface="Wingdings" panose="05000000000000000000" pitchFamily="2" charset="2"/>
              </a:rPr>
              <a:t> wichtigste Eigenschaften</a:t>
            </a:r>
            <a:endParaRPr lang="de-CH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E1A6B05-4CE7-1EE0-EAFE-9378B7D4C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606" y="1871663"/>
            <a:ext cx="7521163" cy="43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8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8004F74-1196-9DC7-60E9-CD22A24B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54FAA6-4021-D5CB-96C3-37AECAF4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2C1B23-C3E6-CE02-27EB-FA21588D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8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9025FBB-E88B-E8AA-2B90-239A6FF2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Flexbox</a:t>
            </a:r>
            <a:r>
              <a:rPr lang="de-CH" dirty="0"/>
              <a:t> Terminologie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F31E69F-340C-D0F1-3DF7-900A95A76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48"/>
          <a:stretch/>
        </p:blipFill>
        <p:spPr bwMode="auto">
          <a:xfrm>
            <a:off x="619200" y="2071346"/>
            <a:ext cx="5374941" cy="345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DADB211-5812-5081-EC52-C18551656E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82" b="4789"/>
          <a:stretch/>
        </p:blipFill>
        <p:spPr bwMode="auto">
          <a:xfrm>
            <a:off x="6376057" y="2071805"/>
            <a:ext cx="4843463" cy="345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F59082A-9F72-94BA-A674-80A90F6A54DB}"/>
              </a:ext>
            </a:extLst>
          </p:cNvPr>
          <p:cNvSpPr txBox="1"/>
          <p:nvPr/>
        </p:nvSpPr>
        <p:spPr>
          <a:xfrm>
            <a:off x="3361449" y="5814278"/>
            <a:ext cx="6029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800" dirty="0"/>
              <a:t>Quelle: https://medium.com/@MakeComputerScienceGreatAgain/understanding-flexbox-a-comprehensive-guide-992bcd5f04de</a:t>
            </a:r>
          </a:p>
        </p:txBody>
      </p:sp>
      <p:pic>
        <p:nvPicPr>
          <p:cNvPr id="8" name="Inhaltsplatzhalter 4">
            <a:extLst>
              <a:ext uri="{FF2B5EF4-FFF2-40B4-BE49-F238E27FC236}">
                <a16:creationId xmlns:a16="http://schemas.microsoft.com/office/drawing/2014/main" id="{0102BFC5-7FE8-6BEA-B1AF-48CB2ED5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879" y="454756"/>
            <a:ext cx="2983817" cy="12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0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BAA102A-366A-C49D-8094-8B774946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>
                <a:sym typeface="Wingdings" panose="05000000000000000000" pitchFamily="2" charset="2"/>
              </a:rPr>
              <a:t>justify</a:t>
            </a:r>
            <a:r>
              <a:rPr lang="de-CH" dirty="0">
                <a:sym typeface="Wingdings" panose="05000000000000000000" pitchFamily="2" charset="2"/>
              </a:rPr>
              <a:t> 	 </a:t>
            </a:r>
            <a:r>
              <a:rPr lang="de-CH" dirty="0"/>
              <a:t>Hauptachse (verteilt in Leserichtung)</a:t>
            </a:r>
          </a:p>
          <a:p>
            <a:r>
              <a:rPr lang="de-CH" dirty="0" err="1"/>
              <a:t>align</a:t>
            </a:r>
            <a:r>
              <a:rPr lang="de-CH" dirty="0"/>
              <a:t> 	</a:t>
            </a:r>
            <a:r>
              <a:rPr lang="de-CH" dirty="0">
                <a:sym typeface="Wingdings" panose="05000000000000000000" pitchFamily="2" charset="2"/>
              </a:rPr>
              <a:t> </a:t>
            </a:r>
            <a:r>
              <a:rPr lang="de-CH" dirty="0"/>
              <a:t>Kreuzachse / Querachse (</a:t>
            </a:r>
            <a:r>
              <a:rPr lang="de-CH" dirty="0">
                <a:sym typeface="Wingdings" panose="05000000000000000000" pitchFamily="2" charset="2"/>
              </a:rPr>
              <a:t>an </a:t>
            </a:r>
            <a:r>
              <a:rPr lang="de-CH" dirty="0" err="1">
                <a:sym typeface="Wingdings" panose="05000000000000000000" pitchFamily="2" charset="2"/>
              </a:rPr>
              <a:t>linie</a:t>
            </a:r>
            <a:r>
              <a:rPr lang="de-CH" dirty="0">
                <a:sym typeface="Wingdings" panose="05000000000000000000" pitchFamily="2" charset="2"/>
              </a:rPr>
              <a:t> ausrichten)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64D791-20BC-8D3D-F4D9-D3EFA50F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3B1A0A-4ED7-C9CB-0337-E881F095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D672F6-46C1-62BE-5B78-F9361F45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9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14F2F1C-B796-07F2-4C69-33B3F6FD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Merksatz</a:t>
            </a:r>
          </a:p>
        </p:txBody>
      </p:sp>
    </p:spTree>
    <p:extLst>
      <p:ext uri="{BB962C8B-B14F-4D97-AF65-F5344CB8AC3E}">
        <p14:creationId xmlns:p14="http://schemas.microsoft.com/office/powerpoint/2010/main" val="1587649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B9BE0E1-76E6-9960-5A30-4F52F4B4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300" y="1872000"/>
            <a:ext cx="11160000" cy="4320000"/>
          </a:xfrm>
        </p:spPr>
        <p:txBody>
          <a:bodyPr>
            <a:normAutofit/>
          </a:bodyPr>
          <a:lstStyle/>
          <a:p>
            <a:r>
              <a:rPr lang="de-CH" dirty="0">
                <a:sym typeface="Wingdings" panose="05000000000000000000" pitchFamily="2" charset="2"/>
              </a:rPr>
              <a:t> Auftrag Bearbeiten</a:t>
            </a:r>
          </a:p>
          <a:p>
            <a:endParaRPr lang="de-CH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dirty="0">
                <a:sym typeface="Wingdings" panose="05000000000000000000" pitchFamily="2" charset="2"/>
                <a:hlinkClick r:id="rId2"/>
              </a:rPr>
              <a:t>https://doc.m293.bbzwinf.ch/#/aufgaben/flexbox_uebung_1</a:t>
            </a:r>
            <a:endParaRPr lang="de-CH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e-CH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CH" dirty="0">
                <a:sym typeface="Wingdings" panose="05000000000000000000" pitchFamily="2" charset="2"/>
                <a:hlinkClick r:id="rId3"/>
              </a:rPr>
              <a:t>https://flexboxfroggy.com/#de</a:t>
            </a:r>
            <a:endParaRPr lang="de-CH" dirty="0">
              <a:sym typeface="Wingdings" panose="05000000000000000000" pitchFamily="2" charset="2"/>
            </a:endParaRPr>
          </a:p>
          <a:p>
            <a:endParaRPr lang="de-CH" dirty="0">
              <a:sym typeface="Wingdings" panose="05000000000000000000" pitchFamily="2" charset="2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625F90-7F75-7021-204C-9DFD0D7E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3F4F-66B7-46A3-AB40-3D776688B753}" type="datetime1">
              <a:rPr lang="de-CH" smtClean="0"/>
              <a:t>20.10.2025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16DECD-8486-7336-C465-7C5145F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M293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3184FE-AAD9-A6EF-FEDB-3871E4FC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BD758-C871-49DC-A050-36A17C18F2FA}" type="slidenum">
              <a:rPr lang="de-CH" smtClean="0"/>
              <a:t>10</a:t>
            </a:fld>
            <a:endParaRPr lang="de-CH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32619A-97CA-B964-F927-77546A3A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Auftrag</a:t>
            </a:r>
          </a:p>
        </p:txBody>
      </p:sp>
    </p:spTree>
    <p:extLst>
      <p:ext uri="{BB962C8B-B14F-4D97-AF65-F5344CB8AC3E}">
        <p14:creationId xmlns:p14="http://schemas.microsoft.com/office/powerpoint/2010/main" val="360676741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n Luzern">
  <a:themeElements>
    <a:clrScheme name="Kanton Luzer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6CCFF"/>
      </a:accent1>
      <a:accent2>
        <a:srgbClr val="3399FF"/>
      </a:accent2>
      <a:accent3>
        <a:srgbClr val="0066FF"/>
      </a:accent3>
      <a:accent4>
        <a:srgbClr val="0000FF"/>
      </a:accent4>
      <a:accent5>
        <a:srgbClr val="003399"/>
      </a:accent5>
      <a:accent6>
        <a:srgbClr val="000066"/>
      </a:accent6>
      <a:hlink>
        <a:srgbClr val="7FCAFF"/>
      </a:hlink>
      <a:folHlink>
        <a:srgbClr val="40AFFF"/>
      </a:folHlink>
    </a:clrScheme>
    <a:fontScheme name="Segoe UI">
      <a:majorFont>
        <a:latin typeface="Segoe UI fet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808E21A-8CEB-4AD8-9B47-87429428C934}" vid="{12467E2D-BDDD-4BA1-991D-8047D18ED07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BD5B87398E0F546803C08AF34E277D4" ma:contentTypeVersion="14" ma:contentTypeDescription="Ein neues Dokument erstellen." ma:contentTypeScope="" ma:versionID="572151e1c4d54ee0088b28abf6d03b1c">
  <xsd:schema xmlns:xsd="http://www.w3.org/2001/XMLSchema" xmlns:xs="http://www.w3.org/2001/XMLSchema" xmlns:p="http://schemas.microsoft.com/office/2006/metadata/properties" xmlns:ns2="08a37d9d-9576-4bab-89c6-ad9e0707cb90" xmlns:ns3="8e922e2c-d434-4569-88ac-67afeec8ca9b" targetNamespace="http://schemas.microsoft.com/office/2006/metadata/properties" ma:root="true" ma:fieldsID="333e42a61cf00a1095387b2f3b7126ae" ns2:_="" ns3:_="">
    <xsd:import namespace="08a37d9d-9576-4bab-89c6-ad9e0707cb90"/>
    <xsd:import namespace="8e922e2c-d434-4569-88ac-67afeec8ca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a37d9d-9576-4bab-89c6-ad9e0707c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a16ba4c5-514f-471a-8004-1e490f973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22e2c-d434-4569-88ac-67afeec8c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c1dc386-9e29-45f4-b73c-a60483f09fea}" ma:internalName="TaxCatchAll" ma:showField="CatchAllData" ma:web="8e922e2c-d434-4569-88ac-67afeec8ca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8a37d9d-9576-4bab-89c6-ad9e0707cb90">
      <Terms xmlns="http://schemas.microsoft.com/office/infopath/2007/PartnerControls"/>
    </lcf76f155ced4ddcb4097134ff3c332f>
    <TaxCatchAll xmlns="8e922e2c-d434-4569-88ac-67afeec8ca9b" xsi:nil="true"/>
  </documentManagement>
</p:properties>
</file>

<file path=customXml/itemProps1.xml><?xml version="1.0" encoding="utf-8"?>
<ds:datastoreItem xmlns:ds="http://schemas.openxmlformats.org/officeDocument/2006/customXml" ds:itemID="{BF28CE82-884C-486C-BDCB-8CF9DED29166}"/>
</file>

<file path=customXml/itemProps2.xml><?xml version="1.0" encoding="utf-8"?>
<ds:datastoreItem xmlns:ds="http://schemas.openxmlformats.org/officeDocument/2006/customXml" ds:itemID="{A245F293-8DFC-4BD8-AC95-BF812F0A4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2A089A-249A-42FE-AD24-46BC184A9B1D}">
  <ds:schemaRefs>
    <ds:schemaRef ds:uri="1b3ed222-d7c6-47b4-ad0e-8ad80675c115"/>
    <ds:schemaRef ds:uri="4b7d4f44-5b41-4d39-8153-b5dafe92de9b"/>
    <ds:schemaRef ds:uri="98cc15a3-3e94-4076-998c-63c885c407b0"/>
    <ds:schemaRef ds:uri="ec62de01-3c60-4501-b46d-b2adce299403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176</Words>
  <Application>Microsoft Office PowerPoint</Application>
  <PresentationFormat>Breitbild</PresentationFormat>
  <Paragraphs>49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Segoe UI</vt:lpstr>
      <vt:lpstr>Wingdings</vt:lpstr>
      <vt:lpstr>Kanton Luzern</vt:lpstr>
      <vt:lpstr>06 CSS Layouts  Flexbox</vt:lpstr>
      <vt:lpstr>Themen</vt:lpstr>
      <vt:lpstr>Überblick Modulinhalte / Grobplanung</vt:lpstr>
      <vt:lpstr>Was versteht man unter «Layout»?</vt:lpstr>
      <vt:lpstr>Die drei Möglichkeiten von Layout-Techniken</vt:lpstr>
      <vt:lpstr>Flexbox Terminologie</vt:lpstr>
      <vt:lpstr>Flexbox  wichtigste Eigenschaften</vt:lpstr>
      <vt:lpstr>Flexbox Terminologie</vt:lpstr>
      <vt:lpstr>Merksatz</vt:lpstr>
      <vt:lpstr>Auftrag</vt:lpstr>
    </vt:vector>
  </TitlesOfParts>
  <Company>Kanton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Staatskanzlei Luzern</dc:creator>
  <cp:lastModifiedBy>Michael Wicki</cp:lastModifiedBy>
  <cp:revision>11</cp:revision>
  <dcterms:created xsi:type="dcterms:W3CDTF">2021-03-11T13:07:41Z</dcterms:created>
  <dcterms:modified xsi:type="dcterms:W3CDTF">2025-10-20T13:34:23Z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0x010100FBD5B87398E0F546803C08AF34E277D4</vt:lpwstr>
  </property>
  <property fmtid="{D5CDD505-2E9C-101B-9397-08002B2CF9AE}" pid="3" name="MediaServiceImageTags">
    <vt:lpwstr/>
  </property>
</Properties>
</file>