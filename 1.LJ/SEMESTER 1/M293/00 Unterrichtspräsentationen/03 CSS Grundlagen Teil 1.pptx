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9" r:id="rId5"/>
    <p:sldId id="261" r:id="rId6"/>
    <p:sldId id="273" r:id="rId7"/>
    <p:sldId id="296" r:id="rId8"/>
    <p:sldId id="297" r:id="rId9"/>
    <p:sldId id="298" r:id="rId10"/>
    <p:sldId id="306" r:id="rId11"/>
    <p:sldId id="302" r:id="rId12"/>
    <p:sldId id="304" r:id="rId13"/>
    <p:sldId id="303" r:id="rId14"/>
    <p:sldId id="305" r:id="rId15"/>
    <p:sldId id="295" r:id="rId16"/>
    <p:sldId id="289" r:id="rId17"/>
  </p:sldIdLst>
  <p:sldSz cx="12192000" cy="6858000"/>
  <p:notesSz cx="6858000" cy="9144000"/>
  <p:defaultTextStyle>
    <a:defPPr>
      <a:defRPr lang="de-DE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D3"/>
    <a:srgbClr val="A52A2A"/>
    <a:srgbClr val="C0C0F3"/>
    <a:srgbClr val="B1B1F0"/>
    <a:srgbClr val="009FE3"/>
    <a:srgbClr val="008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Wicki" userId="9abe09b22e4fdb5c" providerId="LiveId" clId="{A9872367-B0AB-463A-AAFC-A2119449FA61}"/>
    <pc:docChg chg="undo custSel addSld delSld modSld">
      <pc:chgData name="Michael Wicki" userId="9abe09b22e4fdb5c" providerId="LiveId" clId="{A9872367-B0AB-463A-AAFC-A2119449FA61}" dt="2024-01-30T20:48:10.475" v="601" actId="20577"/>
      <pc:docMkLst>
        <pc:docMk/>
      </pc:docMkLst>
      <pc:sldChg chg="addSp delSp modSp mod">
        <pc:chgData name="Michael Wicki" userId="9abe09b22e4fdb5c" providerId="LiveId" clId="{A9872367-B0AB-463A-AAFC-A2119449FA61}" dt="2024-01-29T08:25:57.861" v="231" actId="478"/>
        <pc:sldMkLst>
          <pc:docMk/>
          <pc:sldMk cId="111238206" sldId="273"/>
        </pc:sldMkLst>
      </pc:sldChg>
      <pc:sldChg chg="modSp mod">
        <pc:chgData name="Michael Wicki" userId="9abe09b22e4fdb5c" providerId="LiveId" clId="{A9872367-B0AB-463A-AAFC-A2119449FA61}" dt="2024-01-30T15:23:37.872" v="386" actId="20577"/>
        <pc:sldMkLst>
          <pc:docMk/>
          <pc:sldMk cId="1910497273" sldId="274"/>
        </pc:sldMkLst>
      </pc:sldChg>
      <pc:sldChg chg="modSp mod">
        <pc:chgData name="Michael Wicki" userId="9abe09b22e4fdb5c" providerId="LiveId" clId="{A9872367-B0AB-463A-AAFC-A2119449FA61}" dt="2024-01-29T08:11:22.367" v="222" actId="20577"/>
        <pc:sldMkLst>
          <pc:docMk/>
          <pc:sldMk cId="2639902812" sldId="275"/>
        </pc:sldMkLst>
      </pc:sldChg>
      <pc:sldChg chg="modSp mod">
        <pc:chgData name="Michael Wicki" userId="9abe09b22e4fdb5c" providerId="LiveId" clId="{A9872367-B0AB-463A-AAFC-A2119449FA61}" dt="2024-01-29T08:29:14.291" v="317" actId="113"/>
        <pc:sldMkLst>
          <pc:docMk/>
          <pc:sldMk cId="3047418885" sldId="283"/>
        </pc:sldMkLst>
      </pc:sldChg>
      <pc:sldChg chg="modSp mod">
        <pc:chgData name="Michael Wicki" userId="9abe09b22e4fdb5c" providerId="LiveId" clId="{A9872367-B0AB-463A-AAFC-A2119449FA61}" dt="2024-01-29T08:28:47.053" v="315" actId="20577"/>
        <pc:sldMkLst>
          <pc:docMk/>
          <pc:sldMk cId="3687262041" sldId="287"/>
        </pc:sldMkLst>
      </pc:sldChg>
      <pc:sldChg chg="modSp mod">
        <pc:chgData name="Michael Wicki" userId="9abe09b22e4fdb5c" providerId="LiveId" clId="{A9872367-B0AB-463A-AAFC-A2119449FA61}" dt="2024-01-30T20:45:37.815" v="430" actId="20577"/>
        <pc:sldMkLst>
          <pc:docMk/>
          <pc:sldMk cId="3606767413" sldId="289"/>
        </pc:sldMkLst>
      </pc:sldChg>
      <pc:sldChg chg="modSp new mod">
        <pc:chgData name="Michael Wicki" userId="9abe09b22e4fdb5c" providerId="LiveId" clId="{A9872367-B0AB-463A-AAFC-A2119449FA61}" dt="2024-01-29T12:56:57.080" v="318" actId="20577"/>
        <pc:sldMkLst>
          <pc:docMk/>
          <pc:sldMk cId="3415275552" sldId="291"/>
        </pc:sldMkLst>
      </pc:sldChg>
      <pc:sldChg chg="delSp modSp add mod">
        <pc:chgData name="Michael Wicki" userId="9abe09b22e4fdb5c" providerId="LiveId" clId="{A9872367-B0AB-463A-AAFC-A2119449FA61}" dt="2024-01-30T15:24:14.423" v="390" actId="20577"/>
        <pc:sldMkLst>
          <pc:docMk/>
          <pc:sldMk cId="519756182" sldId="292"/>
        </pc:sldMkLst>
      </pc:sldChg>
      <pc:sldChg chg="modSp new mod">
        <pc:chgData name="Michael Wicki" userId="9abe09b22e4fdb5c" providerId="LiveId" clId="{A9872367-B0AB-463A-AAFC-A2119449FA61}" dt="2024-01-30T20:48:06.130" v="600" actId="20577"/>
        <pc:sldMkLst>
          <pc:docMk/>
          <pc:sldMk cId="3528841619" sldId="293"/>
        </pc:sldMkLst>
      </pc:sldChg>
      <pc:sldChg chg="modSp new del mod">
        <pc:chgData name="Michael Wicki" userId="9abe09b22e4fdb5c" providerId="LiveId" clId="{A9872367-B0AB-463A-AAFC-A2119449FA61}" dt="2024-01-30T20:47:19.874" v="523" actId="680"/>
        <pc:sldMkLst>
          <pc:docMk/>
          <pc:sldMk cId="2922885528" sldId="294"/>
        </pc:sldMkLst>
      </pc:sldChg>
      <pc:sldChg chg="modSp new mod">
        <pc:chgData name="Michael Wicki" userId="9abe09b22e4fdb5c" providerId="LiveId" clId="{A9872367-B0AB-463A-AAFC-A2119449FA61}" dt="2024-01-30T20:48:10.475" v="601" actId="20577"/>
        <pc:sldMkLst>
          <pc:docMk/>
          <pc:sldMk cId="3176439174" sldId="294"/>
        </pc:sldMkLst>
      </pc:sldChg>
    </pc:docChg>
  </pc:docChgLst>
  <pc:docChgLst>
    <pc:chgData name="BBZW;FMZ; Wicki Michael (Lehrperson)" userId="3f751286-0333-4a5b-a1bf-0c4eee9565b5" providerId="ADAL" clId="{770A1572-A301-46DB-BDA2-8A072A2A62A9}"/>
    <pc:docChg chg="modSld">
      <pc:chgData name="BBZW;FMZ; Wicki Michael (Lehrperson)" userId="3f751286-0333-4a5b-a1bf-0c4eee9565b5" providerId="ADAL" clId="{770A1572-A301-46DB-BDA2-8A072A2A62A9}" dt="2024-01-31T12:10:21.037" v="1"/>
      <pc:docMkLst>
        <pc:docMk/>
      </pc:docMkLst>
      <pc:sldChg chg="modSp mod">
        <pc:chgData name="BBZW;FMZ; Wicki Michael (Lehrperson)" userId="3f751286-0333-4a5b-a1bf-0c4eee9565b5" providerId="ADAL" clId="{770A1572-A301-46DB-BDA2-8A072A2A62A9}" dt="2024-01-31T12:10:21.037" v="1"/>
        <pc:sldMkLst>
          <pc:docMk/>
          <pc:sldMk cId="4178680484" sldId="290"/>
        </pc:sldMkLst>
      </pc:sldChg>
    </pc:docChg>
  </pc:docChgLst>
  <pc:docChgLst>
    <pc:chgData name="BBZW;FMZ; Wicki Michael (Lehrperson)" userId="3f751286-0333-4a5b-a1bf-0c4eee9565b5" providerId="ADAL" clId="{AE2B9104-5E80-485A-B90A-B2926F3DCA72}"/>
    <pc:docChg chg="custSel modSld">
      <pc:chgData name="BBZW;FMZ; Wicki Michael (Lehrperson)" userId="3f751286-0333-4a5b-a1bf-0c4eee9565b5" providerId="ADAL" clId="{AE2B9104-5E80-485A-B90A-B2926F3DCA72}" dt="2025-02-05T10:09:12.123" v="10" actId="478"/>
      <pc:docMkLst>
        <pc:docMk/>
      </pc:docMkLst>
      <pc:sldChg chg="addSp delSp modSp mod">
        <pc:chgData name="BBZW;FMZ; Wicki Michael (Lehrperson)" userId="3f751286-0333-4a5b-a1bf-0c4eee9565b5" providerId="ADAL" clId="{AE2B9104-5E80-485A-B90A-B2926F3DCA72}" dt="2025-02-05T10:09:12.123" v="10" actId="478"/>
        <pc:sldMkLst>
          <pc:docMk/>
          <pc:sldMk cId="111238206" sldId="273"/>
        </pc:sldMkLst>
      </pc:sldChg>
    </pc:docChg>
  </pc:docChgLst>
  <pc:docChgLst>
    <pc:chgData name="BBZW;FMZ; Wicki Michael (Lehrperson)" userId="3f751286-0333-4a5b-a1bf-0c4eee9565b5" providerId="ADAL" clId="{5FA28FE8-A3CD-4FE0-A897-C2A60AFEE778}"/>
    <pc:docChg chg="custSel addSld delSld modSld">
      <pc:chgData name="BBZW;FMZ; Wicki Michael (Lehrperson)" userId="3f751286-0333-4a5b-a1bf-0c4eee9565b5" providerId="ADAL" clId="{5FA28FE8-A3CD-4FE0-A897-C2A60AFEE778}" dt="2025-09-01T07:27:40.708" v="46" actId="14100"/>
      <pc:docMkLst>
        <pc:docMk/>
      </pc:docMkLst>
      <pc:sldChg chg="addSp delSp modSp mod">
        <pc:chgData name="BBZW;FMZ; Wicki Michael (Lehrperson)" userId="3f751286-0333-4a5b-a1bf-0c4eee9565b5" providerId="ADAL" clId="{5FA28FE8-A3CD-4FE0-A897-C2A60AFEE778}" dt="2025-09-01T07:27:40.708" v="46" actId="14100"/>
        <pc:sldMkLst>
          <pc:docMk/>
          <pc:sldMk cId="111238206" sldId="273"/>
        </pc:sldMkLst>
        <pc:spChg chg="mod">
          <ac:chgData name="BBZW;FMZ; Wicki Michael (Lehrperson)" userId="3f751286-0333-4a5b-a1bf-0c4eee9565b5" providerId="ADAL" clId="{5FA28FE8-A3CD-4FE0-A897-C2A60AFEE778}" dt="2025-09-01T07:27:40.708" v="46" actId="14100"/>
          <ac:spMkLst>
            <pc:docMk/>
            <pc:sldMk cId="111238206" sldId="273"/>
            <ac:spMk id="7" creationId="{2465FE29-07E4-AEEF-2BC9-48E104FDB062}"/>
          </ac:spMkLst>
        </pc:spChg>
        <pc:picChg chg="add del mod ord">
          <ac:chgData name="BBZW;FMZ; Wicki Michael (Lehrperson)" userId="3f751286-0333-4a5b-a1bf-0c4eee9565b5" providerId="ADAL" clId="{5FA28FE8-A3CD-4FE0-A897-C2A60AFEE778}" dt="2025-09-01T07:22:39.425" v="24" actId="478"/>
          <ac:picMkLst>
            <pc:docMk/>
            <pc:sldMk cId="111238206" sldId="273"/>
            <ac:picMk id="8" creationId="{8AAF47B0-F0C8-CF6A-F386-037946BD44FC}"/>
          </ac:picMkLst>
        </pc:picChg>
        <pc:picChg chg="del">
          <ac:chgData name="BBZW;FMZ; Wicki Michael (Lehrperson)" userId="3f751286-0333-4a5b-a1bf-0c4eee9565b5" providerId="ADAL" clId="{5FA28FE8-A3CD-4FE0-A897-C2A60AFEE778}" dt="2025-09-01T07:19:13.966" v="1" actId="478"/>
          <ac:picMkLst>
            <pc:docMk/>
            <pc:sldMk cId="111238206" sldId="273"/>
            <ac:picMk id="9" creationId="{AF71983C-1BB9-3547-EF29-EBE839918844}"/>
          </ac:picMkLst>
        </pc:picChg>
        <pc:picChg chg="add del mod ord">
          <ac:chgData name="BBZW;FMZ; Wicki Michael (Lehrperson)" userId="3f751286-0333-4a5b-a1bf-0c4eee9565b5" providerId="ADAL" clId="{5FA28FE8-A3CD-4FE0-A897-C2A60AFEE778}" dt="2025-09-01T07:27:23.979" v="32" actId="478"/>
          <ac:picMkLst>
            <pc:docMk/>
            <pc:sldMk cId="111238206" sldId="273"/>
            <ac:picMk id="11" creationId="{2B4A02D4-6D8B-390B-F1F3-6D5AA7652C0F}"/>
          </ac:picMkLst>
        </pc:picChg>
        <pc:picChg chg="add mod ord">
          <ac:chgData name="BBZW;FMZ; Wicki Michael (Lehrperson)" userId="3f751286-0333-4a5b-a1bf-0c4eee9565b5" providerId="ADAL" clId="{5FA28FE8-A3CD-4FE0-A897-C2A60AFEE778}" dt="2025-09-01T07:27:33.759" v="36" actId="167"/>
          <ac:picMkLst>
            <pc:docMk/>
            <pc:sldMk cId="111238206" sldId="273"/>
            <ac:picMk id="13" creationId="{8829E271-FE6C-9188-6961-50AE387F03BD}"/>
          </ac:picMkLst>
        </pc:picChg>
      </pc:sldChg>
      <pc:sldChg chg="modSp mod">
        <pc:chgData name="BBZW;FMZ; Wicki Michael (Lehrperson)" userId="3f751286-0333-4a5b-a1bf-0c4eee9565b5" providerId="ADAL" clId="{5FA28FE8-A3CD-4FE0-A897-C2A60AFEE778}" dt="2025-09-01T07:20:37.856" v="22" actId="113"/>
        <pc:sldMkLst>
          <pc:docMk/>
          <pc:sldMk cId="1397427180" sldId="298"/>
        </pc:sldMkLst>
        <pc:spChg chg="mod">
          <ac:chgData name="BBZW;FMZ; Wicki Michael (Lehrperson)" userId="3f751286-0333-4a5b-a1bf-0c4eee9565b5" providerId="ADAL" clId="{5FA28FE8-A3CD-4FE0-A897-C2A60AFEE778}" dt="2025-09-01T07:20:37.856" v="22" actId="113"/>
          <ac:spMkLst>
            <pc:docMk/>
            <pc:sldMk cId="1397427180" sldId="298"/>
            <ac:spMk id="2" creationId="{76A448A2-001F-612D-A8A2-53F33A2935B2}"/>
          </ac:spMkLst>
        </pc:spChg>
      </pc:sldChg>
      <pc:sldChg chg="del">
        <pc:chgData name="BBZW;FMZ; Wicki Michael (Lehrperson)" userId="3f751286-0333-4a5b-a1bf-0c4eee9565b5" providerId="ADAL" clId="{5FA28FE8-A3CD-4FE0-A897-C2A60AFEE778}" dt="2025-01-29T13:39:08.432" v="0" actId="47"/>
        <pc:sldMkLst>
          <pc:docMk/>
          <pc:sldMk cId="1385793807" sldId="300"/>
        </pc:sldMkLst>
      </pc:sldChg>
      <pc:sldChg chg="new">
        <pc:chgData name="BBZW;FMZ; Wicki Michael (Lehrperson)" userId="3f751286-0333-4a5b-a1bf-0c4eee9565b5" providerId="ADAL" clId="{5FA28FE8-A3CD-4FE0-A897-C2A60AFEE778}" dt="2025-09-01T07:20:54.751" v="23" actId="680"/>
        <pc:sldMkLst>
          <pc:docMk/>
          <pc:sldMk cId="1256693231" sldId="306"/>
        </pc:sldMkLst>
      </pc:sldChg>
    </pc:docChg>
  </pc:docChgLst>
  <pc:docChgLst>
    <pc:chgData name="BBZW;FMZ; Wicki Michael (Lehrperson)" userId="3f751286-0333-4a5b-a1bf-0c4eee9565b5" providerId="ADAL" clId="{49061CF9-6DB9-4011-AA23-E57B8F60C04E}"/>
    <pc:docChg chg="undo custSel addSld delSld modSld sldOrd">
      <pc:chgData name="BBZW;FMZ; Wicki Michael (Lehrperson)" userId="3f751286-0333-4a5b-a1bf-0c4eee9565b5" providerId="ADAL" clId="{49061CF9-6DB9-4011-AA23-E57B8F60C04E}" dt="2024-02-18T16:39:32.587" v="1566" actId="179"/>
      <pc:docMkLst>
        <pc:docMk/>
      </pc:docMkLst>
      <pc:sldChg chg="modSp mod">
        <pc:chgData name="BBZW;FMZ; Wicki Michael (Lehrperson)" userId="3f751286-0333-4a5b-a1bf-0c4eee9565b5" providerId="ADAL" clId="{49061CF9-6DB9-4011-AA23-E57B8F60C04E}" dt="2024-02-18T16:32:10.905" v="1483" actId="20577"/>
        <pc:sldMkLst>
          <pc:docMk/>
          <pc:sldMk cId="4215852396" sldId="259"/>
        </pc:sldMkLst>
      </pc:sldChg>
      <pc:sldChg chg="modSp mod ord">
        <pc:chgData name="BBZW;FMZ; Wicki Michael (Lehrperson)" userId="3f751286-0333-4a5b-a1bf-0c4eee9565b5" providerId="ADAL" clId="{49061CF9-6DB9-4011-AA23-E57B8F60C04E}" dt="2024-02-18T16:29:58.217" v="1450" actId="20577"/>
        <pc:sldMkLst>
          <pc:docMk/>
          <pc:sldMk cId="2841948806" sldId="261"/>
        </pc:sldMkLst>
      </pc:sldChg>
      <pc:sldChg chg="del">
        <pc:chgData name="BBZW;FMZ; Wicki Michael (Lehrperson)" userId="3f751286-0333-4a5b-a1bf-0c4eee9565b5" providerId="ADAL" clId="{49061CF9-6DB9-4011-AA23-E57B8F60C04E}" dt="2024-02-18T16:25:20.583" v="1352" actId="47"/>
        <pc:sldMkLst>
          <pc:docMk/>
          <pc:sldMk cId="193402935" sldId="264"/>
        </pc:sldMkLst>
      </pc:sldChg>
      <pc:sldChg chg="del">
        <pc:chgData name="BBZW;FMZ; Wicki Michael (Lehrperson)" userId="3f751286-0333-4a5b-a1bf-0c4eee9565b5" providerId="ADAL" clId="{49061CF9-6DB9-4011-AA23-E57B8F60C04E}" dt="2024-02-18T15:40:01.490" v="2" actId="47"/>
        <pc:sldMkLst>
          <pc:docMk/>
          <pc:sldMk cId="4037828431" sldId="270"/>
        </pc:sldMkLst>
      </pc:sldChg>
      <pc:sldChg chg="addSp modSp add del mod ord">
        <pc:chgData name="BBZW;FMZ; Wicki Michael (Lehrperson)" userId="3f751286-0333-4a5b-a1bf-0c4eee9565b5" providerId="ADAL" clId="{49061CF9-6DB9-4011-AA23-E57B8F60C04E}" dt="2024-02-18T16:27:07.423" v="1407" actId="14100"/>
        <pc:sldMkLst>
          <pc:docMk/>
          <pc:sldMk cId="111238206" sldId="273"/>
        </pc:sldMkLst>
      </pc:sldChg>
      <pc:sldChg chg="del">
        <pc:chgData name="BBZW;FMZ; Wicki Michael (Lehrperson)" userId="3f751286-0333-4a5b-a1bf-0c4eee9565b5" providerId="ADAL" clId="{49061CF9-6DB9-4011-AA23-E57B8F60C04E}" dt="2024-02-18T15:40:14.880" v="7" actId="47"/>
        <pc:sldMkLst>
          <pc:docMk/>
          <pc:sldMk cId="1910497273" sldId="274"/>
        </pc:sldMkLst>
      </pc:sldChg>
      <pc:sldChg chg="del">
        <pc:chgData name="BBZW;FMZ; Wicki Michael (Lehrperson)" userId="3f751286-0333-4a5b-a1bf-0c4eee9565b5" providerId="ADAL" clId="{49061CF9-6DB9-4011-AA23-E57B8F60C04E}" dt="2024-02-18T15:40:02.262" v="3" actId="47"/>
        <pc:sldMkLst>
          <pc:docMk/>
          <pc:sldMk cId="2639902812" sldId="275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1899688467" sldId="276"/>
        </pc:sldMkLst>
      </pc:sldChg>
      <pc:sldChg chg="addSp delSp modSp mod">
        <pc:chgData name="BBZW;FMZ; Wicki Michael (Lehrperson)" userId="3f751286-0333-4a5b-a1bf-0c4eee9565b5" providerId="ADAL" clId="{49061CF9-6DB9-4011-AA23-E57B8F60C04E}" dt="2024-02-18T16:29:31.002" v="1429" actId="948"/>
        <pc:sldMkLst>
          <pc:docMk/>
          <pc:sldMk cId="931657825" sldId="277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1383627833" sldId="278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2754557349" sldId="279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3884583151" sldId="280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3047418885" sldId="283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49119557" sldId="285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3381949971" sldId="286"/>
        </pc:sldMkLst>
      </pc:sldChg>
      <pc:sldChg chg="del">
        <pc:chgData name="BBZW;FMZ; Wicki Michael (Lehrperson)" userId="3f751286-0333-4a5b-a1bf-0c4eee9565b5" providerId="ADAL" clId="{49061CF9-6DB9-4011-AA23-E57B8F60C04E}" dt="2024-02-18T15:40:38.211" v="10" actId="47"/>
        <pc:sldMkLst>
          <pc:docMk/>
          <pc:sldMk cId="3687262041" sldId="287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1729795977" sldId="288"/>
        </pc:sldMkLst>
      </pc:sldChg>
      <pc:sldChg chg="modSp mod">
        <pc:chgData name="BBZW;FMZ; Wicki Michael (Lehrperson)" userId="3f751286-0333-4a5b-a1bf-0c4eee9565b5" providerId="ADAL" clId="{49061CF9-6DB9-4011-AA23-E57B8F60C04E}" dt="2024-02-18T16:30:21.820" v="1463" actId="20577"/>
        <pc:sldMkLst>
          <pc:docMk/>
          <pc:sldMk cId="3606767413" sldId="289"/>
        </pc:sldMkLst>
      </pc:sldChg>
      <pc:sldChg chg="del">
        <pc:chgData name="BBZW;FMZ; Wicki Michael (Lehrperson)" userId="3f751286-0333-4a5b-a1bf-0c4eee9565b5" providerId="ADAL" clId="{49061CF9-6DB9-4011-AA23-E57B8F60C04E}" dt="2024-02-18T16:25:17.215" v="1350" actId="47"/>
        <pc:sldMkLst>
          <pc:docMk/>
          <pc:sldMk cId="4178680484" sldId="290"/>
        </pc:sldMkLst>
      </pc:sldChg>
      <pc:sldChg chg="del">
        <pc:chgData name="BBZW;FMZ; Wicki Michael (Lehrperson)" userId="3f751286-0333-4a5b-a1bf-0c4eee9565b5" providerId="ADAL" clId="{49061CF9-6DB9-4011-AA23-E57B8F60C04E}" dt="2024-02-18T15:40:16.364" v="8" actId="47"/>
        <pc:sldMkLst>
          <pc:docMk/>
          <pc:sldMk cId="3415275552" sldId="291"/>
        </pc:sldMkLst>
      </pc:sldChg>
      <pc:sldChg chg="del">
        <pc:chgData name="BBZW;FMZ; Wicki Michael (Lehrperson)" userId="3f751286-0333-4a5b-a1bf-0c4eee9565b5" providerId="ADAL" clId="{49061CF9-6DB9-4011-AA23-E57B8F60C04E}" dt="2024-02-18T15:40:13.179" v="6" actId="47"/>
        <pc:sldMkLst>
          <pc:docMk/>
          <pc:sldMk cId="519756182" sldId="292"/>
        </pc:sldMkLst>
      </pc:sldChg>
      <pc:sldChg chg="del">
        <pc:chgData name="BBZW;FMZ; Wicki Michael (Lehrperson)" userId="3f751286-0333-4a5b-a1bf-0c4eee9565b5" providerId="ADAL" clId="{49061CF9-6DB9-4011-AA23-E57B8F60C04E}" dt="2024-02-18T16:25:16.298" v="1349" actId="47"/>
        <pc:sldMkLst>
          <pc:docMk/>
          <pc:sldMk cId="3528841619" sldId="293"/>
        </pc:sldMkLst>
      </pc:sldChg>
      <pc:sldChg chg="del">
        <pc:chgData name="BBZW;FMZ; Wicki Michael (Lehrperson)" userId="3f751286-0333-4a5b-a1bf-0c4eee9565b5" providerId="ADAL" clId="{49061CF9-6DB9-4011-AA23-E57B8F60C04E}" dt="2024-02-18T16:25:19.457" v="1351" actId="47"/>
        <pc:sldMkLst>
          <pc:docMk/>
          <pc:sldMk cId="3176439174" sldId="294"/>
        </pc:sldMkLst>
      </pc:sldChg>
      <pc:sldChg chg="addSp modSp add mod">
        <pc:chgData name="BBZW;FMZ; Wicki Michael (Lehrperson)" userId="3f751286-0333-4a5b-a1bf-0c4eee9565b5" providerId="ADAL" clId="{49061CF9-6DB9-4011-AA23-E57B8F60C04E}" dt="2024-02-18T16:39:32.587" v="1566" actId="179"/>
        <pc:sldMkLst>
          <pc:docMk/>
          <pc:sldMk cId="864799744" sldId="295"/>
        </pc:sldMkLst>
      </pc:sldChg>
      <pc:sldChg chg="addSp modSp add mod">
        <pc:chgData name="BBZW;FMZ; Wicki Michael (Lehrperson)" userId="3f751286-0333-4a5b-a1bf-0c4eee9565b5" providerId="ADAL" clId="{49061CF9-6DB9-4011-AA23-E57B8F60C04E}" dt="2024-02-18T16:24:19.482" v="1272" actId="20577"/>
        <pc:sldMkLst>
          <pc:docMk/>
          <pc:sldMk cId="1533711411" sldId="296"/>
        </pc:sldMkLst>
      </pc:sldChg>
    </pc:docChg>
  </pc:docChgLst>
  <pc:docChgLst>
    <pc:chgData name="BBZW;FMZ; Wicki Michael (Lehrperson)" userId="3f751286-0333-4a5b-a1bf-0c4eee9565b5" providerId="ADAL" clId="{DE779135-C25E-4D3B-AE4B-AA67F91830BB}"/>
    <pc:docChg chg="undo redo custSel addSld delSld modSld">
      <pc:chgData name="BBZW;FMZ; Wicki Michael (Lehrperson)" userId="3f751286-0333-4a5b-a1bf-0c4eee9565b5" providerId="ADAL" clId="{DE779135-C25E-4D3B-AE4B-AA67F91830BB}" dt="2024-02-27T21:20:23.440" v="1911" actId="33524"/>
      <pc:docMkLst>
        <pc:docMk/>
      </pc:docMkLst>
      <pc:sldChg chg="modSp mod">
        <pc:chgData name="BBZW;FMZ; Wicki Michael (Lehrperson)" userId="3f751286-0333-4a5b-a1bf-0c4eee9565b5" providerId="ADAL" clId="{DE779135-C25E-4D3B-AE4B-AA67F91830BB}" dt="2024-02-27T19:17:12.777" v="27" actId="20577"/>
        <pc:sldMkLst>
          <pc:docMk/>
          <pc:sldMk cId="4215852396" sldId="259"/>
        </pc:sldMkLst>
      </pc:sldChg>
      <pc:sldChg chg="modSp mod">
        <pc:chgData name="BBZW;FMZ; Wicki Michael (Lehrperson)" userId="3f751286-0333-4a5b-a1bf-0c4eee9565b5" providerId="ADAL" clId="{DE779135-C25E-4D3B-AE4B-AA67F91830BB}" dt="2024-02-27T20:10:02.730" v="297" actId="20577"/>
        <pc:sldMkLst>
          <pc:docMk/>
          <pc:sldMk cId="2841948806" sldId="261"/>
        </pc:sldMkLst>
      </pc:sldChg>
      <pc:sldChg chg="modSp mod">
        <pc:chgData name="BBZW;FMZ; Wicki Michael (Lehrperson)" userId="3f751286-0333-4a5b-a1bf-0c4eee9565b5" providerId="ADAL" clId="{DE779135-C25E-4D3B-AE4B-AA67F91830BB}" dt="2024-02-27T19:17:58.360" v="126" actId="1038"/>
        <pc:sldMkLst>
          <pc:docMk/>
          <pc:sldMk cId="111238206" sldId="273"/>
        </pc:sldMkLst>
      </pc:sldChg>
      <pc:sldChg chg="del">
        <pc:chgData name="BBZW;FMZ; Wicki Michael (Lehrperson)" userId="3f751286-0333-4a5b-a1bf-0c4eee9565b5" providerId="ADAL" clId="{DE779135-C25E-4D3B-AE4B-AA67F91830BB}" dt="2024-02-27T19:18:32.962" v="127" actId="47"/>
        <pc:sldMkLst>
          <pc:docMk/>
          <pc:sldMk cId="931657825" sldId="277"/>
        </pc:sldMkLst>
      </pc:sldChg>
      <pc:sldChg chg="modSp mod">
        <pc:chgData name="BBZW;FMZ; Wicki Michael (Lehrperson)" userId="3f751286-0333-4a5b-a1bf-0c4eee9565b5" providerId="ADAL" clId="{DE779135-C25E-4D3B-AE4B-AA67F91830BB}" dt="2024-02-27T20:16:55.081" v="503" actId="20577"/>
        <pc:sldMkLst>
          <pc:docMk/>
          <pc:sldMk cId="3606767413" sldId="289"/>
        </pc:sldMkLst>
      </pc:sldChg>
      <pc:sldChg chg="modSp mod">
        <pc:chgData name="BBZW;FMZ; Wicki Michael (Lehrperson)" userId="3f751286-0333-4a5b-a1bf-0c4eee9565b5" providerId="ADAL" clId="{DE779135-C25E-4D3B-AE4B-AA67F91830BB}" dt="2024-02-27T21:20:23.440" v="1911" actId="33524"/>
        <pc:sldMkLst>
          <pc:docMk/>
          <pc:sldMk cId="864799744" sldId="295"/>
        </pc:sldMkLst>
      </pc:sldChg>
      <pc:sldChg chg="del">
        <pc:chgData name="BBZW;FMZ; Wicki Michael (Lehrperson)" userId="3f751286-0333-4a5b-a1bf-0c4eee9565b5" providerId="ADAL" clId="{DE779135-C25E-4D3B-AE4B-AA67F91830BB}" dt="2024-02-27T19:18:37.648" v="128" actId="47"/>
        <pc:sldMkLst>
          <pc:docMk/>
          <pc:sldMk cId="1533711411" sldId="296"/>
        </pc:sldMkLst>
      </pc:sldChg>
      <pc:sldChg chg="modSp new mod">
        <pc:chgData name="BBZW;FMZ; Wicki Michael (Lehrperson)" userId="3f751286-0333-4a5b-a1bf-0c4eee9565b5" providerId="ADAL" clId="{DE779135-C25E-4D3B-AE4B-AA67F91830BB}" dt="2024-02-27T19:19:23.217" v="132" actId="20577"/>
        <pc:sldMkLst>
          <pc:docMk/>
          <pc:sldMk cId="1991028417" sldId="296"/>
        </pc:sldMkLst>
      </pc:sldChg>
      <pc:sldChg chg="addSp modSp new mod">
        <pc:chgData name="BBZW;FMZ; Wicki Michael (Lehrperson)" userId="3f751286-0333-4a5b-a1bf-0c4eee9565b5" providerId="ADAL" clId="{DE779135-C25E-4D3B-AE4B-AA67F91830BB}" dt="2024-02-27T19:22:49.916" v="204" actId="1076"/>
        <pc:sldMkLst>
          <pc:docMk/>
          <pc:sldMk cId="1473456316" sldId="297"/>
        </pc:sldMkLst>
      </pc:sldChg>
      <pc:sldChg chg="addSp modSp new mod">
        <pc:chgData name="BBZW;FMZ; Wicki Michael (Lehrperson)" userId="3f751286-0333-4a5b-a1bf-0c4eee9565b5" providerId="ADAL" clId="{DE779135-C25E-4D3B-AE4B-AA67F91830BB}" dt="2024-02-27T19:24:49.123" v="262" actId="27636"/>
        <pc:sldMkLst>
          <pc:docMk/>
          <pc:sldMk cId="1397427180" sldId="298"/>
        </pc:sldMkLst>
      </pc:sldChg>
      <pc:sldChg chg="modSp new mod">
        <pc:chgData name="BBZW;FMZ; Wicki Michael (Lehrperson)" userId="3f751286-0333-4a5b-a1bf-0c4eee9565b5" providerId="ADAL" clId="{DE779135-C25E-4D3B-AE4B-AA67F91830BB}" dt="2024-02-27T21:17:28.229" v="1867" actId="20577"/>
        <pc:sldMkLst>
          <pc:docMk/>
          <pc:sldMk cId="1376798052" sldId="299"/>
        </pc:sldMkLst>
      </pc:sldChg>
      <pc:sldChg chg="addSp modSp add mod">
        <pc:chgData name="BBZW;FMZ; Wicki Michael (Lehrperson)" userId="3f751286-0333-4a5b-a1bf-0c4eee9565b5" providerId="ADAL" clId="{DE779135-C25E-4D3B-AE4B-AA67F91830BB}" dt="2024-02-27T21:18:47.691" v="1910" actId="1036"/>
        <pc:sldMkLst>
          <pc:docMk/>
          <pc:sldMk cId="1385793807" sldId="300"/>
        </pc:sldMkLst>
      </pc:sldChg>
      <pc:sldChg chg="new del">
        <pc:chgData name="BBZW;FMZ; Wicki Michael (Lehrperson)" userId="3f751286-0333-4a5b-a1bf-0c4eee9565b5" providerId="ADAL" clId="{DE779135-C25E-4D3B-AE4B-AA67F91830BB}" dt="2024-02-27T20:12:55.413" v="324" actId="680"/>
        <pc:sldMkLst>
          <pc:docMk/>
          <pc:sldMk cId="1394949955" sldId="300"/>
        </pc:sldMkLst>
      </pc:sldChg>
      <pc:sldChg chg="addSp modSp add mod">
        <pc:chgData name="BBZW;FMZ; Wicki Michael (Lehrperson)" userId="3f751286-0333-4a5b-a1bf-0c4eee9565b5" providerId="ADAL" clId="{DE779135-C25E-4D3B-AE4B-AA67F91830BB}" dt="2024-02-27T20:15:18.816" v="443" actId="1076"/>
        <pc:sldMkLst>
          <pc:docMk/>
          <pc:sldMk cId="733768050" sldId="301"/>
        </pc:sldMkLst>
      </pc:sldChg>
      <pc:sldChg chg="addSp modSp new mod">
        <pc:chgData name="BBZW;FMZ; Wicki Michael (Lehrperson)" userId="3f751286-0333-4a5b-a1bf-0c4eee9565b5" providerId="ADAL" clId="{DE779135-C25E-4D3B-AE4B-AA67F91830BB}" dt="2024-02-27T20:36:53.763" v="881"/>
        <pc:sldMkLst>
          <pc:docMk/>
          <pc:sldMk cId="1981356801" sldId="302"/>
        </pc:sldMkLst>
      </pc:sldChg>
      <pc:sldChg chg="addSp delSp modSp add mod">
        <pc:chgData name="BBZW;FMZ; Wicki Michael (Lehrperson)" userId="3f751286-0333-4a5b-a1bf-0c4eee9565b5" providerId="ADAL" clId="{DE779135-C25E-4D3B-AE4B-AA67F91830BB}" dt="2024-02-27T20:33:44.927" v="795" actId="478"/>
        <pc:sldMkLst>
          <pc:docMk/>
          <pc:sldMk cId="1460869136" sldId="303"/>
        </pc:sldMkLst>
      </pc:sldChg>
      <pc:sldChg chg="delSp modSp add mod">
        <pc:chgData name="BBZW;FMZ; Wicki Michael (Lehrperson)" userId="3f751286-0333-4a5b-a1bf-0c4eee9565b5" providerId="ADAL" clId="{DE779135-C25E-4D3B-AE4B-AA67F91830BB}" dt="2024-02-27T20:40:36.764" v="1020" actId="20577"/>
        <pc:sldMkLst>
          <pc:docMk/>
          <pc:sldMk cId="512937652" sldId="304"/>
        </pc:sldMkLst>
      </pc:sldChg>
      <pc:sldChg chg="modSp add del mod">
        <pc:chgData name="BBZW;FMZ; Wicki Michael (Lehrperson)" userId="3f751286-0333-4a5b-a1bf-0c4eee9565b5" providerId="ADAL" clId="{DE779135-C25E-4D3B-AE4B-AA67F91830BB}" dt="2024-02-27T20:33:12.479" v="776" actId="47"/>
        <pc:sldMkLst>
          <pc:docMk/>
          <pc:sldMk cId="620648425" sldId="304"/>
        </pc:sldMkLst>
      </pc:sldChg>
      <pc:sldChg chg="modSp new mod">
        <pc:chgData name="BBZW;FMZ; Wicki Michael (Lehrperson)" userId="3f751286-0333-4a5b-a1bf-0c4eee9565b5" providerId="ADAL" clId="{DE779135-C25E-4D3B-AE4B-AA67F91830BB}" dt="2024-02-27T20:48:16.959" v="1376" actId="27636"/>
        <pc:sldMkLst>
          <pc:docMk/>
          <pc:sldMk cId="2252117485" sldId="305"/>
        </pc:sldMkLst>
      </pc:sldChg>
    </pc:docChg>
  </pc:docChgLst>
  <pc:docChgLst>
    <pc:chgData name="Michael Wicki" userId="9abe09b22e4fdb5c" providerId="LiveId" clId="{12F4AE18-4666-4DEA-B19D-50408717B1E6}"/>
    <pc:docChg chg="undo custSel addSld delSld modSld sldOrd">
      <pc:chgData name="Michael Wicki" userId="9abe09b22e4fdb5c" providerId="LiveId" clId="{12F4AE18-4666-4DEA-B19D-50408717B1E6}" dt="2024-01-30T09:43:24.768" v="5035" actId="20577"/>
      <pc:docMkLst>
        <pc:docMk/>
      </pc:docMkLst>
      <pc:sldChg chg="modSp mod">
        <pc:chgData name="Michael Wicki" userId="9abe09b22e4fdb5c" providerId="LiveId" clId="{12F4AE18-4666-4DEA-B19D-50408717B1E6}" dt="2024-01-30T09:43:24.768" v="5035" actId="20577"/>
        <pc:sldMkLst>
          <pc:docMk/>
          <pc:sldMk cId="4215852396" sldId="259"/>
        </pc:sldMkLst>
      </pc:sldChg>
      <pc:sldChg chg="del">
        <pc:chgData name="Michael Wicki" userId="9abe09b22e4fdb5c" providerId="LiveId" clId="{12F4AE18-4666-4DEA-B19D-50408717B1E6}" dt="2024-01-27T18:15:15.061" v="3091" actId="47"/>
        <pc:sldMkLst>
          <pc:docMk/>
          <pc:sldMk cId="2662203305" sldId="260"/>
        </pc:sldMkLst>
      </pc:sldChg>
      <pc:sldChg chg="modSp mod">
        <pc:chgData name="Michael Wicki" userId="9abe09b22e4fdb5c" providerId="LiveId" clId="{12F4AE18-4666-4DEA-B19D-50408717B1E6}" dt="2024-01-30T08:47:03.815" v="4717" actId="20577"/>
        <pc:sldMkLst>
          <pc:docMk/>
          <pc:sldMk cId="2841948806" sldId="261"/>
        </pc:sldMkLst>
      </pc:sldChg>
      <pc:sldChg chg="modSp del mod">
        <pc:chgData name="Michael Wicki" userId="9abe09b22e4fdb5c" providerId="LiveId" clId="{12F4AE18-4666-4DEA-B19D-50408717B1E6}" dt="2024-01-27T18:15:00.023" v="3085" actId="47"/>
        <pc:sldMkLst>
          <pc:docMk/>
          <pc:sldMk cId="980920978" sldId="262"/>
        </pc:sldMkLst>
      </pc:sldChg>
      <pc:sldChg chg="modSp del mod ord">
        <pc:chgData name="Michael Wicki" userId="9abe09b22e4fdb5c" providerId="LiveId" clId="{12F4AE18-4666-4DEA-B19D-50408717B1E6}" dt="2024-01-27T15:47:59.780" v="1458" actId="47"/>
        <pc:sldMkLst>
          <pc:docMk/>
          <pc:sldMk cId="1567451325" sldId="263"/>
        </pc:sldMkLst>
      </pc:sldChg>
      <pc:sldChg chg="modSp mod">
        <pc:chgData name="Michael Wicki" userId="9abe09b22e4fdb5c" providerId="LiveId" clId="{12F4AE18-4666-4DEA-B19D-50408717B1E6}" dt="2024-01-27T15:48:23.301" v="1476" actId="20577"/>
        <pc:sldMkLst>
          <pc:docMk/>
          <pc:sldMk cId="193402935" sldId="264"/>
        </pc:sldMkLst>
      </pc:sldChg>
      <pc:sldChg chg="modSp del mod">
        <pc:chgData name="Michael Wicki" userId="9abe09b22e4fdb5c" providerId="LiveId" clId="{12F4AE18-4666-4DEA-B19D-50408717B1E6}" dt="2024-01-27T18:15:04.507" v="3087" actId="47"/>
        <pc:sldMkLst>
          <pc:docMk/>
          <pc:sldMk cId="3671667540" sldId="265"/>
        </pc:sldMkLst>
      </pc:sldChg>
      <pc:sldChg chg="modSp del mod">
        <pc:chgData name="Michael Wicki" userId="9abe09b22e4fdb5c" providerId="LiveId" clId="{12F4AE18-4666-4DEA-B19D-50408717B1E6}" dt="2024-01-27T18:15:07.503" v="3088" actId="47"/>
        <pc:sldMkLst>
          <pc:docMk/>
          <pc:sldMk cId="2962151881" sldId="266"/>
        </pc:sldMkLst>
      </pc:sldChg>
      <pc:sldChg chg="modSp del mod">
        <pc:chgData name="Michael Wicki" userId="9abe09b22e4fdb5c" providerId="LiveId" clId="{12F4AE18-4666-4DEA-B19D-50408717B1E6}" dt="2024-01-27T18:15:09.132" v="3089" actId="47"/>
        <pc:sldMkLst>
          <pc:docMk/>
          <pc:sldMk cId="4060942184" sldId="267"/>
        </pc:sldMkLst>
      </pc:sldChg>
      <pc:sldChg chg="modSp del mod">
        <pc:chgData name="Michael Wicki" userId="9abe09b22e4fdb5c" providerId="LiveId" clId="{12F4AE18-4666-4DEA-B19D-50408717B1E6}" dt="2024-01-27T18:15:12.176" v="3090" actId="47"/>
        <pc:sldMkLst>
          <pc:docMk/>
          <pc:sldMk cId="530994592" sldId="268"/>
        </pc:sldMkLst>
      </pc:sldChg>
      <pc:sldChg chg="del">
        <pc:chgData name="Michael Wicki" userId="9abe09b22e4fdb5c" providerId="LiveId" clId="{12F4AE18-4666-4DEA-B19D-50408717B1E6}" dt="2024-01-27T14:00:09.617" v="997" actId="47"/>
        <pc:sldMkLst>
          <pc:docMk/>
          <pc:sldMk cId="1066179267" sldId="269"/>
        </pc:sldMkLst>
      </pc:sldChg>
      <pc:sldChg chg="modSp add mod">
        <pc:chgData name="Michael Wicki" userId="9abe09b22e4fdb5c" providerId="LiveId" clId="{12F4AE18-4666-4DEA-B19D-50408717B1E6}" dt="2024-01-27T14:00:05.381" v="996" actId="20577"/>
        <pc:sldMkLst>
          <pc:docMk/>
          <pc:sldMk cId="4037828431" sldId="270"/>
        </pc:sldMkLst>
      </pc:sldChg>
      <pc:sldChg chg="modSp add del mod">
        <pc:chgData name="Michael Wicki" userId="9abe09b22e4fdb5c" providerId="LiveId" clId="{12F4AE18-4666-4DEA-B19D-50408717B1E6}" dt="2024-01-27T13:53:05.821" v="502" actId="47"/>
        <pc:sldMkLst>
          <pc:docMk/>
          <pc:sldMk cId="1464576455" sldId="271"/>
        </pc:sldMkLst>
      </pc:sldChg>
      <pc:sldChg chg="modSp add del mod">
        <pc:chgData name="Michael Wicki" userId="9abe09b22e4fdb5c" providerId="LiveId" clId="{12F4AE18-4666-4DEA-B19D-50408717B1E6}" dt="2024-01-27T18:15:01.767" v="3086" actId="47"/>
        <pc:sldMkLst>
          <pc:docMk/>
          <pc:sldMk cId="1782633458" sldId="272"/>
        </pc:sldMkLst>
      </pc:sldChg>
      <pc:sldChg chg="addSp modSp add mod ord">
        <pc:chgData name="Michael Wicki" userId="9abe09b22e4fdb5c" providerId="LiveId" clId="{12F4AE18-4666-4DEA-B19D-50408717B1E6}" dt="2024-01-27T15:01:59.728" v="1107" actId="1037"/>
        <pc:sldMkLst>
          <pc:docMk/>
          <pc:sldMk cId="111238206" sldId="273"/>
        </pc:sldMkLst>
      </pc:sldChg>
      <pc:sldChg chg="modSp add mod ord">
        <pc:chgData name="Michael Wicki" userId="9abe09b22e4fdb5c" providerId="LiveId" clId="{12F4AE18-4666-4DEA-B19D-50408717B1E6}" dt="2024-01-30T08:50:22.506" v="4719"/>
        <pc:sldMkLst>
          <pc:docMk/>
          <pc:sldMk cId="1910497273" sldId="274"/>
        </pc:sldMkLst>
      </pc:sldChg>
      <pc:sldChg chg="modSp add mod ord">
        <pc:chgData name="Michael Wicki" userId="9abe09b22e4fdb5c" providerId="LiveId" clId="{12F4AE18-4666-4DEA-B19D-50408717B1E6}" dt="2024-01-27T15:48:08.341" v="1462" actId="20577"/>
        <pc:sldMkLst>
          <pc:docMk/>
          <pc:sldMk cId="2639902812" sldId="275"/>
        </pc:sldMkLst>
      </pc:sldChg>
      <pc:sldChg chg="addSp delSp modSp add mod modAnim">
        <pc:chgData name="Michael Wicki" userId="9abe09b22e4fdb5c" providerId="LiveId" clId="{12F4AE18-4666-4DEA-B19D-50408717B1E6}" dt="2024-01-27T18:41:52.857" v="3775" actId="1076"/>
        <pc:sldMkLst>
          <pc:docMk/>
          <pc:sldMk cId="1899688467" sldId="276"/>
        </pc:sldMkLst>
      </pc:sldChg>
      <pc:sldChg chg="modSp add mod">
        <pc:chgData name="Michael Wicki" userId="9abe09b22e4fdb5c" providerId="LiveId" clId="{12F4AE18-4666-4DEA-B19D-50408717B1E6}" dt="2024-01-30T08:55:39.518" v="4876" actId="20577"/>
        <pc:sldMkLst>
          <pc:docMk/>
          <pc:sldMk cId="931657825" sldId="277"/>
        </pc:sldMkLst>
      </pc:sldChg>
      <pc:sldChg chg="add del">
        <pc:chgData name="Michael Wicki" userId="9abe09b22e4fdb5c" providerId="LiveId" clId="{12F4AE18-4666-4DEA-B19D-50408717B1E6}" dt="2024-01-27T15:51:03.992" v="1498" actId="47"/>
        <pc:sldMkLst>
          <pc:docMk/>
          <pc:sldMk cId="3348787744" sldId="277"/>
        </pc:sldMkLst>
      </pc:sldChg>
      <pc:sldChg chg="delSp add del mod ord delAnim">
        <pc:chgData name="Michael Wicki" userId="9abe09b22e4fdb5c" providerId="LiveId" clId="{12F4AE18-4666-4DEA-B19D-50408717B1E6}" dt="2024-01-27T16:13:29.206" v="1623" actId="47"/>
        <pc:sldMkLst>
          <pc:docMk/>
          <pc:sldMk cId="3412417297" sldId="277"/>
        </pc:sldMkLst>
      </pc:sldChg>
      <pc:sldChg chg="addSp modSp new mod">
        <pc:chgData name="Michael Wicki" userId="9abe09b22e4fdb5c" providerId="LiveId" clId="{12F4AE18-4666-4DEA-B19D-50408717B1E6}" dt="2024-01-30T09:12:19.500" v="4949" actId="20577"/>
        <pc:sldMkLst>
          <pc:docMk/>
          <pc:sldMk cId="1383627833" sldId="278"/>
        </pc:sldMkLst>
      </pc:sldChg>
      <pc:sldChg chg="addSp delSp modSp new mod modAnim">
        <pc:chgData name="Michael Wicki" userId="9abe09b22e4fdb5c" providerId="LiveId" clId="{12F4AE18-4666-4DEA-B19D-50408717B1E6}" dt="2024-01-27T16:31:08.640" v="2304" actId="14100"/>
        <pc:sldMkLst>
          <pc:docMk/>
          <pc:sldMk cId="2754557349" sldId="279"/>
        </pc:sldMkLst>
      </pc:sldChg>
      <pc:sldChg chg="addSp delSp modSp new mod">
        <pc:chgData name="Michael Wicki" userId="9abe09b22e4fdb5c" providerId="LiveId" clId="{12F4AE18-4666-4DEA-B19D-50408717B1E6}" dt="2024-01-27T16:33:22.138" v="2330" actId="33524"/>
        <pc:sldMkLst>
          <pc:docMk/>
          <pc:sldMk cId="3884583151" sldId="280"/>
        </pc:sldMkLst>
      </pc:sldChg>
      <pc:sldChg chg="addSp delSp modSp new del mod">
        <pc:chgData name="Michael Wicki" userId="9abe09b22e4fdb5c" providerId="LiveId" clId="{12F4AE18-4666-4DEA-B19D-50408717B1E6}" dt="2024-01-27T16:47:38.162" v="2387" actId="47"/>
        <pc:sldMkLst>
          <pc:docMk/>
          <pc:sldMk cId="3941096719" sldId="281"/>
        </pc:sldMkLst>
      </pc:sldChg>
      <pc:sldChg chg="new del">
        <pc:chgData name="Michael Wicki" userId="9abe09b22e4fdb5c" providerId="LiveId" clId="{12F4AE18-4666-4DEA-B19D-50408717B1E6}" dt="2024-01-27T18:14:58.739" v="3084" actId="47"/>
        <pc:sldMkLst>
          <pc:docMk/>
          <pc:sldMk cId="1521905929" sldId="282"/>
        </pc:sldMkLst>
      </pc:sldChg>
      <pc:sldChg chg="addSp delSp modSp add mod ord">
        <pc:chgData name="Michael Wicki" userId="9abe09b22e4fdb5c" providerId="LiveId" clId="{12F4AE18-4666-4DEA-B19D-50408717B1E6}" dt="2024-01-30T09:21:58.357" v="4951" actId="14100"/>
        <pc:sldMkLst>
          <pc:docMk/>
          <pc:sldMk cId="3047418885" sldId="283"/>
        </pc:sldMkLst>
      </pc:sldChg>
      <pc:sldChg chg="new del">
        <pc:chgData name="Michael Wicki" userId="9abe09b22e4fdb5c" providerId="LiveId" clId="{12F4AE18-4666-4DEA-B19D-50408717B1E6}" dt="2024-01-27T18:14:57.709" v="3083" actId="47"/>
        <pc:sldMkLst>
          <pc:docMk/>
          <pc:sldMk cId="3105354897" sldId="284"/>
        </pc:sldMkLst>
      </pc:sldChg>
      <pc:sldChg chg="addSp delSp modSp new mod ord delAnim modAnim">
        <pc:chgData name="Michael Wicki" userId="9abe09b22e4fdb5c" providerId="LiveId" clId="{12F4AE18-4666-4DEA-B19D-50408717B1E6}" dt="2024-01-27T18:43:25.040" v="3785" actId="20577"/>
        <pc:sldMkLst>
          <pc:docMk/>
          <pc:sldMk cId="49119557" sldId="285"/>
        </pc:sldMkLst>
      </pc:sldChg>
      <pc:sldChg chg="new del">
        <pc:chgData name="Michael Wicki" userId="9abe09b22e4fdb5c" providerId="LiveId" clId="{12F4AE18-4666-4DEA-B19D-50408717B1E6}" dt="2024-01-27T17:12:46.611" v="3014" actId="47"/>
        <pc:sldMkLst>
          <pc:docMk/>
          <pc:sldMk cId="344296320" sldId="285"/>
        </pc:sldMkLst>
      </pc:sldChg>
      <pc:sldChg chg="new del">
        <pc:chgData name="Michael Wicki" userId="9abe09b22e4fdb5c" providerId="LiveId" clId="{12F4AE18-4666-4DEA-B19D-50408717B1E6}" dt="2024-01-27T17:12:41.556" v="3012" actId="47"/>
        <pc:sldMkLst>
          <pc:docMk/>
          <pc:sldMk cId="4030725331" sldId="285"/>
        </pc:sldMkLst>
      </pc:sldChg>
      <pc:sldChg chg="modSp add mod">
        <pc:chgData name="Michael Wicki" userId="9abe09b22e4fdb5c" providerId="LiveId" clId="{12F4AE18-4666-4DEA-B19D-50408717B1E6}" dt="2024-01-27T18:43:30.863" v="3795" actId="20577"/>
        <pc:sldMkLst>
          <pc:docMk/>
          <pc:sldMk cId="3381949971" sldId="286"/>
        </pc:sldMkLst>
      </pc:sldChg>
      <pc:sldChg chg="modSp new mod">
        <pc:chgData name="Michael Wicki" userId="9abe09b22e4fdb5c" providerId="LiveId" clId="{12F4AE18-4666-4DEA-B19D-50408717B1E6}" dt="2024-01-27T18:18:12.747" v="3424" actId="20577"/>
        <pc:sldMkLst>
          <pc:docMk/>
          <pc:sldMk cId="3687262041" sldId="287"/>
        </pc:sldMkLst>
      </pc:sldChg>
      <pc:sldChg chg="modSp new mod ord">
        <pc:chgData name="Michael Wicki" userId="9abe09b22e4fdb5c" providerId="LiveId" clId="{12F4AE18-4666-4DEA-B19D-50408717B1E6}" dt="2024-01-30T09:24:27.022" v="5014" actId="20577"/>
        <pc:sldMkLst>
          <pc:docMk/>
          <pc:sldMk cId="1729795977" sldId="288"/>
        </pc:sldMkLst>
      </pc:sldChg>
      <pc:sldChg chg="new del">
        <pc:chgData name="Michael Wicki" userId="9abe09b22e4fdb5c" providerId="LiveId" clId="{12F4AE18-4666-4DEA-B19D-50408717B1E6}" dt="2024-01-27T18:18:57.390" v="3426" actId="47"/>
        <pc:sldMkLst>
          <pc:docMk/>
          <pc:sldMk cId="3655715734" sldId="288"/>
        </pc:sldMkLst>
      </pc:sldChg>
      <pc:sldChg chg="modSp new mod">
        <pc:chgData name="Michael Wicki" userId="9abe09b22e4fdb5c" providerId="LiveId" clId="{12F4AE18-4666-4DEA-B19D-50408717B1E6}" dt="2024-01-27T19:01:17.175" v="4583" actId="20577"/>
        <pc:sldMkLst>
          <pc:docMk/>
          <pc:sldMk cId="3606767413" sldId="289"/>
        </pc:sldMkLst>
      </pc:sldChg>
      <pc:sldChg chg="modSp new mod">
        <pc:chgData name="Michael Wicki" userId="9abe09b22e4fdb5c" providerId="LiveId" clId="{12F4AE18-4666-4DEA-B19D-50408717B1E6}" dt="2024-01-30T09:35:39.185" v="5025" actId="20577"/>
        <pc:sldMkLst>
          <pc:docMk/>
          <pc:sldMk cId="4178680484" sldId="29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8B0177-EEAD-467F-A696-33021A3737BE}" type="datetimeFigureOut">
              <a:rPr lang="de-CH" smtClean="0"/>
              <a:t>01.09.2025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26137-33AE-42AD-9CFF-625B8FDFB1A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845092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B5E307-2EED-41DC-B960-7F893A5ED0C7}" type="datetimeFigureOut">
              <a:rPr lang="de-CH" smtClean="0"/>
              <a:t>01.09.2025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FFF4FE-F8FC-4C1D-BEE1-E343905C330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67523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Abse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19200" y="3338338"/>
            <a:ext cx="11160000" cy="2880000"/>
          </a:xfrm>
        </p:spPr>
        <p:txBody>
          <a:bodyPr>
            <a:normAutofit/>
          </a:bodyPr>
          <a:lstStyle>
            <a:lvl1pPr marL="0" indent="0" algn="l">
              <a:buNone/>
              <a:defRPr sz="3200" i="1">
                <a:solidFill>
                  <a:schemeClr val="bg1">
                    <a:lumMod val="65000"/>
                  </a:schemeClr>
                </a:solidFill>
                <a:latin typeface="+mn-lt"/>
                <a:cs typeface="Times New Roman" panose="02020603050405020304" pitchFamily="18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01.09.2025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19200" y="2402338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19199" y="964574"/>
            <a:ext cx="6242919" cy="109488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latin typeface="+mn-lt"/>
              </a:defRPr>
            </a:lvl1pPr>
          </a:lstStyle>
          <a:p>
            <a:r>
              <a:rPr lang="de-CH" b="1"/>
              <a:t>Organisation</a:t>
            </a:r>
          </a:p>
        </p:txBody>
      </p:sp>
    </p:spTree>
    <p:extLst>
      <p:ext uri="{BB962C8B-B14F-4D97-AF65-F5344CB8AC3E}">
        <p14:creationId xmlns:p14="http://schemas.microsoft.com/office/powerpoint/2010/main" val="19962872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19200" y="1872000"/>
            <a:ext cx="11160000" cy="2880000"/>
          </a:xfrm>
        </p:spPr>
        <p:txBody>
          <a:bodyPr>
            <a:normAutofit/>
          </a:bodyPr>
          <a:lstStyle>
            <a:lvl1pPr marL="0" indent="0" algn="l">
              <a:buNone/>
              <a:defRPr sz="3200" i="1">
                <a:solidFill>
                  <a:schemeClr val="bg1">
                    <a:lumMod val="65000"/>
                  </a:schemeClr>
                </a:solidFill>
                <a:latin typeface="+mn-lt"/>
                <a:cs typeface="Times New Roman" panose="02020603050405020304" pitchFamily="18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01.09.2025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280583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9200" y="1872000"/>
            <a:ext cx="11160000" cy="4320000"/>
          </a:xfr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5AC23F4F-66B7-46A3-AB40-3D776688B753}" type="datetime1">
              <a:rPr lang="de-CH" smtClean="0"/>
              <a:t>01.09.2025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4301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3492000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9200" y="4589463"/>
            <a:ext cx="11160000" cy="1548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01.09.2025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30152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19200" y="1872000"/>
            <a:ext cx="5472000" cy="4320000"/>
          </a:xfrm>
        </p:spPr>
        <p:txBody>
          <a:bodyPr/>
          <a:lstStyle>
            <a:lvl1pPr marL="228594" indent="-228594">
              <a:buFontTx/>
              <a:buBlip>
                <a:blip r:embed="rId2"/>
              </a:buBlip>
              <a:defRPr/>
            </a:lvl1pPr>
            <a:lvl2pPr marL="685783" indent="-228594">
              <a:buFontTx/>
              <a:buBlip>
                <a:blip r:embed="rId2"/>
              </a:buBlip>
              <a:defRPr/>
            </a:lvl2pPr>
            <a:lvl3pPr marL="1142971" indent="-228594">
              <a:buFontTx/>
              <a:buBlip>
                <a:blip r:embed="rId2"/>
              </a:buBlip>
              <a:defRPr/>
            </a:lvl3pPr>
            <a:lvl4pPr marL="1600160" indent="-228594">
              <a:buFontTx/>
              <a:buBlip>
                <a:blip r:embed="rId2"/>
              </a:buBlip>
              <a:defRPr/>
            </a:lvl4pPr>
            <a:lvl5pPr marL="2057349" indent="-228594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99999" y="1872000"/>
            <a:ext cx="5472000" cy="4320000"/>
          </a:xfrm>
        </p:spPr>
        <p:txBody>
          <a:bodyPr/>
          <a:lstStyle>
            <a:lvl1pPr marL="228594" indent="-228594">
              <a:buFontTx/>
              <a:buBlip>
                <a:blip r:embed="rId2"/>
              </a:buBlip>
              <a:defRPr/>
            </a:lvl1pPr>
            <a:lvl2pPr marL="685783" indent="-228594">
              <a:buFontTx/>
              <a:buBlip>
                <a:blip r:embed="rId2"/>
              </a:buBlip>
              <a:defRPr/>
            </a:lvl2pPr>
            <a:lvl3pPr marL="1142971" indent="-228594">
              <a:buFontTx/>
              <a:buBlip>
                <a:blip r:embed="rId2"/>
              </a:buBlip>
              <a:defRPr/>
            </a:lvl3pPr>
            <a:lvl4pPr marL="1600160" indent="-228594">
              <a:buFontTx/>
              <a:buBlip>
                <a:blip r:embed="rId2"/>
              </a:buBlip>
              <a:defRPr/>
            </a:lvl4pPr>
            <a:lvl5pPr marL="2057349" indent="-228594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01.09.2025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51943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9200" y="1947863"/>
            <a:ext cx="5472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200" y="2914651"/>
            <a:ext cx="5472000" cy="32750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299999" y="1947863"/>
            <a:ext cx="5472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299859" y="2914651"/>
            <a:ext cx="5472000" cy="32750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1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01.09.2025</a:t>
            </a:fld>
            <a:endParaRPr lang="de-CH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94915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01.09.2025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30011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01.09.2025</a:t>
            </a:fld>
            <a:endParaRPr lang="de-CH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48949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10080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040000" y="2159999"/>
            <a:ext cx="6731999" cy="396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19200" y="2160000"/>
            <a:ext cx="4140000" cy="3960000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01.09.2025</a:t>
            </a:fld>
            <a:endParaRPr lang="de-CH"/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89420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4932000" y="936000"/>
            <a:ext cx="6840000" cy="5183998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19200" y="2159998"/>
            <a:ext cx="4140000" cy="3960000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4140000" cy="10133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01.09.2025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13215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zte 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19200" y="964575"/>
            <a:ext cx="11160000" cy="18000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/>
            </a:lvl1pPr>
          </a:lstStyle>
          <a:p>
            <a:pPr lvl="0"/>
            <a:r>
              <a:rPr lang="de-DE"/>
              <a:t>Departement</a:t>
            </a:r>
          </a:p>
          <a:p>
            <a:pPr lvl="0"/>
            <a:r>
              <a:rPr lang="de-DE"/>
              <a:t>Organisation</a:t>
            </a:r>
          </a:p>
          <a:p>
            <a:pPr lvl="0"/>
            <a:r>
              <a:rPr lang="de-DE"/>
              <a:t>URL…</a:t>
            </a:r>
            <a:endParaRPr lang="de-CH"/>
          </a:p>
          <a:p>
            <a:pPr lvl="0"/>
            <a:endParaRPr lang="de-CH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19200" y="3240000"/>
            <a:ext cx="11160000" cy="1440000"/>
          </a:xfrm>
        </p:spPr>
        <p:txBody>
          <a:bodyPr/>
          <a:lstStyle>
            <a:lvl1pPr marL="0" indent="0" algn="ctr">
              <a:buNone/>
              <a:defRPr i="1" baseline="0">
                <a:solidFill>
                  <a:srgbClr val="009FE3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de-DE"/>
              <a:t>Schlusssatz, Handlungsaufforderung (opt.)</a:t>
            </a:r>
            <a:endParaRPr lang="de-CH"/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01.09.2025</a:t>
            </a:fld>
            <a:endParaRPr lang="de-CH"/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30083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9200" y="1872000"/>
            <a:ext cx="11160000" cy="432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19200" y="6372000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A72A3-220D-48A9-B693-AB7431F73DEE}" type="datetime1">
              <a:rPr lang="de-CH" smtClean="0"/>
              <a:t>01.09.2025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232000" y="6372000"/>
            <a:ext cx="792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332000" y="6372000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1216800" cy="36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48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rgbClr val="0082C7"/>
        </a:buClr>
        <a:buSzPct val="80000"/>
        <a:buFontTx/>
        <a:buBlip>
          <a:blip r:embed="rId14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3" userDrawn="1">
          <p15:clr>
            <a:srgbClr val="F26B43"/>
          </p15:clr>
        </p15:guide>
        <p15:guide id="2" pos="619" userDrawn="1">
          <p15:clr>
            <a:srgbClr val="F26B43"/>
          </p15:clr>
        </p15:guide>
        <p15:guide id="3" pos="7151" userDrawn="1">
          <p15:clr>
            <a:srgbClr val="F26B43"/>
          </p15:clr>
        </p15:guide>
        <p15:guide id="4" orient="horz" pos="389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/>
          <p:cNvSpPr>
            <a:spLocks noGrp="1"/>
          </p:cNvSpPr>
          <p:nvPr>
            <p:ph type="subTitle" idx="1"/>
          </p:nvPr>
        </p:nvSpPr>
        <p:spPr>
          <a:xfrm>
            <a:off x="619200" y="2875004"/>
            <a:ext cx="11160000" cy="3583459"/>
          </a:xfrm>
        </p:spPr>
        <p:txBody>
          <a:bodyPr/>
          <a:lstStyle/>
          <a:p>
            <a:r>
              <a:rPr lang="de-CH" altLang="de-DE">
                <a:solidFill>
                  <a:schemeClr val="tx1"/>
                </a:solidFill>
              </a:rPr>
              <a:t>Modul 293</a:t>
            </a:r>
          </a:p>
          <a:p>
            <a:r>
              <a:rPr lang="de-CH">
                <a:solidFill>
                  <a:schemeClr val="tx1"/>
                </a:solidFill>
              </a:rPr>
              <a:t>Webauftritt erstellen und veröffentlichen​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619200" y="935999"/>
            <a:ext cx="11160000" cy="1675396"/>
          </a:xfrm>
        </p:spPr>
        <p:txBody>
          <a:bodyPr/>
          <a:lstStyle/>
          <a:p>
            <a:r>
              <a:rPr lang="de-CH" dirty="0"/>
              <a:t>03 CSS Grundlagen Teil 1</a:t>
            </a:r>
          </a:p>
        </p:txBody>
      </p:sp>
    </p:spTree>
    <p:extLst>
      <p:ext uri="{BB962C8B-B14F-4D97-AF65-F5344CB8AC3E}">
        <p14:creationId xmlns:p14="http://schemas.microsoft.com/office/powerpoint/2010/main" val="4215852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Anwesenheitskontrolle</a:t>
            </a:r>
          </a:p>
          <a:p>
            <a:r>
              <a:rPr lang="de-CH" dirty="0"/>
              <a:t>Rückblick letzte Aufgabe</a:t>
            </a:r>
          </a:p>
          <a:p>
            <a:r>
              <a:rPr lang="de-CH" dirty="0"/>
              <a:t>Was ist CSS und wofür ist es gut?</a:t>
            </a:r>
          </a:p>
          <a:p>
            <a:r>
              <a:rPr lang="de-CH" dirty="0"/>
              <a:t>Wie funktioniert CSS</a:t>
            </a:r>
          </a:p>
          <a:p>
            <a:r>
              <a:rPr lang="de-CH" dirty="0"/>
              <a:t>Selektoren</a:t>
            </a:r>
          </a:p>
          <a:p>
            <a:r>
              <a:rPr lang="de-CH" dirty="0"/>
              <a:t>Wichtigste CSS-Elemente</a:t>
            </a:r>
          </a:p>
          <a:p>
            <a:r>
              <a:rPr lang="de-CH" dirty="0"/>
              <a:t>Auftrag</a:t>
            </a:r>
          </a:p>
          <a:p>
            <a:endParaRPr lang="de-CH" dirty="0"/>
          </a:p>
          <a:p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/>
              <a:t>18.02.2024 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2</a:t>
            </a:fld>
            <a:endParaRPr lang="de-CH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Themen</a:t>
            </a:r>
          </a:p>
        </p:txBody>
      </p:sp>
    </p:spTree>
    <p:extLst>
      <p:ext uri="{BB962C8B-B14F-4D97-AF65-F5344CB8AC3E}">
        <p14:creationId xmlns:p14="http://schemas.microsoft.com/office/powerpoint/2010/main" val="2841948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8829E271-FE6C-9188-6961-50AE387F0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99" y="1861945"/>
            <a:ext cx="10979863" cy="3510155"/>
          </a:xfrm>
          <a:prstGeom prst="rect">
            <a:avLst/>
          </a:prstGeom>
        </p:spPr>
      </p:pic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01.09.2025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M293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3</a:t>
            </a:fld>
            <a:endParaRPr lang="de-CH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Überblick Modulinhalte / Grobplanung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465FE29-07E4-AEEF-2BC9-48E104FDB062}"/>
              </a:ext>
            </a:extLst>
          </p:cNvPr>
          <p:cNvSpPr/>
          <p:nvPr/>
        </p:nvSpPr>
        <p:spPr>
          <a:xfrm>
            <a:off x="4938359" y="3314699"/>
            <a:ext cx="3862742" cy="46672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1238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D0D7BE0-3161-65BF-A76B-3F075BF0E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CSS ist die Sprache, die wir zur Gestaltung eines HTML-Dokuments verwenden.</a:t>
            </a:r>
          </a:p>
          <a:p>
            <a:r>
              <a:rPr lang="de-CH" dirty="0"/>
              <a:t>CSS beschreibt, wie HTML-Elemente angezeigt werden sollen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F1F6571-E7CC-B886-0BB8-E3E5230DA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01.09.2025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FCACEE8-7849-3FE9-B166-CDC85283C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8E1A815-E181-1C2D-A233-B8AA45E6C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4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BC26698-6686-AFA8-A47B-49C4FB317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ist CSS und wofür ist es gut?</a:t>
            </a:r>
            <a:br>
              <a:rPr lang="de-CH" dirty="0"/>
            </a:b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91028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C300712-2DE9-36DD-CBD2-6C1AEEE47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Gleiche HTML-Seite, verschiedene Designs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FD32BA3-B117-44A2-DB6B-6600E9CEB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01.09.2025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35A808-211E-4AE9-75AE-532D3E449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085DF34-7779-D4A8-C929-D8AE4D077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5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E3C4D07-6971-544D-970C-E0EC3A3B5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ist CSS und wofür ist es gut?</a:t>
            </a:r>
            <a:br>
              <a:rPr lang="de-CH" dirty="0"/>
            </a:br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2B81575-E633-6527-B9F4-BA4B41510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0" y="2630924"/>
            <a:ext cx="3989031" cy="2434051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240B1A94-27E8-CD8B-F75D-B9D32226F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348" y="3520420"/>
            <a:ext cx="4195431" cy="240158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0C2E4622-67CE-E1A1-D281-B3853F21A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569" y="2630924"/>
            <a:ext cx="3661446" cy="2278154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ABA78BBB-53FF-4FE7-7EC3-40BCBE4A73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283" y="3520420"/>
            <a:ext cx="3661446" cy="255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456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6A448A2-001F-612D-A8A2-53F33A293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200" y="3233530"/>
            <a:ext cx="11160000" cy="2958469"/>
          </a:xfrm>
        </p:spPr>
        <p:txBody>
          <a:bodyPr>
            <a:normAutofit fontScale="92500" lnSpcReduction="10000"/>
          </a:bodyPr>
          <a:lstStyle/>
          <a:p>
            <a:r>
              <a:rPr lang="de-CH" dirty="0"/>
              <a:t>Der </a:t>
            </a:r>
            <a:r>
              <a:rPr lang="de-CH" b="1" dirty="0"/>
              <a:t>Selektor</a:t>
            </a:r>
            <a:r>
              <a:rPr lang="de-CH" dirty="0"/>
              <a:t> verweist auf das HTML-Element, das Sie gestalten möchten.</a:t>
            </a:r>
          </a:p>
          <a:p>
            <a:r>
              <a:rPr lang="de-CH" dirty="0"/>
              <a:t>Der Deklarationsblock enthält eine oder mehrere </a:t>
            </a:r>
            <a:r>
              <a:rPr lang="de-CH" b="1" dirty="0"/>
              <a:t>Deklarationen</a:t>
            </a:r>
            <a:r>
              <a:rPr lang="de-CH" dirty="0"/>
              <a:t>, die durch Semikolons getrennt sind.</a:t>
            </a:r>
          </a:p>
          <a:p>
            <a:r>
              <a:rPr lang="de-CH" dirty="0"/>
              <a:t>Jede Deklaration enthält einen </a:t>
            </a:r>
            <a:r>
              <a:rPr lang="de-CH" b="1" dirty="0"/>
              <a:t>CSS-Eigenschaft</a:t>
            </a:r>
            <a:r>
              <a:rPr lang="de-CH" dirty="0"/>
              <a:t>snamen und einen </a:t>
            </a:r>
            <a:r>
              <a:rPr lang="de-CH" b="1" dirty="0"/>
              <a:t>Wert</a:t>
            </a:r>
            <a:r>
              <a:rPr lang="de-CH" dirty="0"/>
              <a:t>, getrennt durch einen Doppelpunkt.</a:t>
            </a:r>
          </a:p>
          <a:p>
            <a:r>
              <a:rPr lang="de-CH" dirty="0"/>
              <a:t>Mehrere CSS-Deklarationen werden durch Semikolons getrennt, und Deklarationsblöcke werden von geschweiften Klammern umgeben.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595271E-EBA8-1E92-4E32-768A0A9CC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01.09.2025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7E7E3C0-711B-499B-C670-58152B971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B362CCB-C8D2-7E92-99E4-D7F62F4AD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6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25597BB-C653-C005-2268-D9B43B807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Wie funktioniert CSS</a:t>
            </a:r>
          </a:p>
        </p:txBody>
      </p:sp>
      <p:pic>
        <p:nvPicPr>
          <p:cNvPr id="1026" name="Picture 2" descr="CSS selector">
            <a:extLst>
              <a:ext uri="{FF2B5EF4-FFF2-40B4-BE49-F238E27FC236}">
                <a16:creationId xmlns:a16="http://schemas.microsoft.com/office/drawing/2014/main" id="{318505EF-9085-F09A-540A-2F0ED329E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6137" y="1745505"/>
            <a:ext cx="5419725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7427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6A46CBE-4BF8-AE8F-9745-47D22AF1A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3463F24-B9E5-16A6-CFCB-9C0518EBF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01.09.2025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7AA078-9D86-6F84-D123-54EB939E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1C9866-71FA-26F7-92B8-EA5BE99EA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7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F029DC5-0684-6F59-8DD0-2039601D6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56693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E19E3C4-19E5-869F-A97C-CECFBAC9E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Element Selektoren bzw. Typselektor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750D0EF-68B2-0A27-B19B-3E9F30C8B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01.09.2025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E5389B1-C80B-2784-2E87-017EC6123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023137E-A8B4-9D53-4B03-644433DE8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8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F82A969-AD45-E6E3-0D82-F5726E43A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Selektoren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8ADBBA9-8C00-62D5-8452-C15FBC50C781}"/>
              </a:ext>
            </a:extLst>
          </p:cNvPr>
          <p:cNvSpPr txBox="1"/>
          <p:nvPr/>
        </p:nvSpPr>
        <p:spPr>
          <a:xfrm>
            <a:off x="819419" y="2622774"/>
            <a:ext cx="60949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p </a:t>
            </a:r>
            <a:r>
              <a:rPr lang="de-CH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de-CH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de-CH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text-</a:t>
            </a:r>
            <a:r>
              <a:rPr lang="de-CH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de-CH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de-CH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de-CH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de-CH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de-CH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de-CH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de-CH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de-CH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de-CH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de-CH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de-CH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de-CH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de-CH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de-CH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4128E60-D152-1E5A-B454-4D97F24300F1}"/>
              </a:ext>
            </a:extLst>
          </p:cNvPr>
          <p:cNvSpPr txBox="1"/>
          <p:nvPr/>
        </p:nvSpPr>
        <p:spPr>
          <a:xfrm>
            <a:off x="819419" y="4116723"/>
            <a:ext cx="60949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A52A2A"/>
                </a:solidFill>
                <a:latin typeface="Consolas" panose="020B0609020204030204" pitchFamily="49" charset="0"/>
              </a:rPr>
              <a:t>h1 </a:t>
            </a:r>
            <a:r>
              <a:rPr lang="fr-FR" dirty="0">
                <a:latin typeface="Consolas" panose="020B0609020204030204" pitchFamily="49" charset="0"/>
              </a:rPr>
              <a:t>{</a:t>
            </a:r>
          </a:p>
          <a:p>
            <a:r>
              <a:rPr lang="de-CH" dirty="0">
                <a:solidFill>
                  <a:srgbClr val="FF0000"/>
                </a:solidFill>
                <a:latin typeface="Consolas" panose="020B0609020204030204" pitchFamily="49" charset="0"/>
              </a:rPr>
              <a:t>  </a:t>
            </a:r>
            <a:r>
              <a:rPr lang="de-CH" dirty="0" err="1">
                <a:solidFill>
                  <a:srgbClr val="FF0000"/>
                </a:solidFill>
                <a:latin typeface="Consolas" panose="020B0609020204030204" pitchFamily="49" charset="0"/>
              </a:rPr>
              <a:t>font-family</a:t>
            </a:r>
            <a:r>
              <a:rPr lang="de-CH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de-CH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dirty="0">
                <a:solidFill>
                  <a:srgbClr val="0000CD"/>
                </a:solidFill>
                <a:latin typeface="Consolas" panose="020B0609020204030204" pitchFamily="49" charset="0"/>
              </a:rPr>
              <a:t>"Arial", sans-</a:t>
            </a:r>
            <a:r>
              <a:rPr lang="fr-FR" dirty="0" err="1">
                <a:solidFill>
                  <a:srgbClr val="0000CD"/>
                </a:solidFill>
                <a:latin typeface="Consolas" panose="020B0609020204030204" pitchFamily="49" charset="0"/>
              </a:rPr>
              <a:t>serif</a:t>
            </a:r>
            <a:r>
              <a:rPr lang="de-CH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de-CH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de-CH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fr-FR" dirty="0">
                <a:solidFill>
                  <a:srgbClr val="FF0000"/>
                </a:solidFill>
                <a:latin typeface="Consolas" panose="020B0609020204030204" pitchFamily="49" charset="0"/>
              </a:rPr>
              <a:t>font-size</a:t>
            </a:r>
            <a:r>
              <a:rPr lang="fr-FR" dirty="0">
                <a:latin typeface="Consolas" panose="020B0609020204030204" pitchFamily="49" charset="0"/>
              </a:rPr>
              <a:t>:</a:t>
            </a:r>
            <a:r>
              <a:rPr lang="fr-FR" dirty="0">
                <a:solidFill>
                  <a:srgbClr val="A52A2A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0000CD"/>
                </a:solidFill>
                <a:latin typeface="Consolas" panose="020B0609020204030204" pitchFamily="49" charset="0"/>
              </a:rPr>
              <a:t>1.2em</a:t>
            </a:r>
            <a:r>
              <a:rPr lang="fr-FR" dirty="0">
                <a:latin typeface="Consolas" panose="020B0609020204030204" pitchFamily="49" charset="0"/>
              </a:rPr>
              <a:t>;</a:t>
            </a:r>
          </a:p>
          <a:p>
            <a:r>
              <a:rPr lang="fr-FR" dirty="0">
                <a:latin typeface="Consolas" panose="020B0609020204030204" pitchFamily="49" charset="0"/>
              </a:rPr>
              <a:t>}</a:t>
            </a:r>
            <a:r>
              <a:rPr lang="fr-FR" dirty="0">
                <a:solidFill>
                  <a:srgbClr val="A52A2A"/>
                </a:solidFill>
                <a:latin typeface="Consolas" panose="020B0609020204030204" pitchFamily="49" charset="0"/>
              </a:rPr>
              <a:t> 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81356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E19E3C4-19E5-869F-A97C-CECFBAC9E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Class Selektoren</a:t>
            </a:r>
          </a:p>
          <a:p>
            <a:pPr lvl="1"/>
            <a:r>
              <a:rPr lang="de-CH" dirty="0"/>
              <a:t>Der Klassenselektor wählt HTML-Elemente mit einem bestimmten Klassenattribut aus.</a:t>
            </a:r>
          </a:p>
          <a:p>
            <a:pPr lvl="1"/>
            <a:r>
              <a:rPr lang="de-CH" dirty="0"/>
              <a:t>Kann mehreren Elementen zugewiesen werden</a:t>
            </a:r>
          </a:p>
          <a:p>
            <a:pPr lvl="1"/>
            <a:r>
              <a:rPr lang="de-CH" dirty="0"/>
              <a:t>Wird im CSS mit vorangestelltem Punkt definiert</a:t>
            </a:r>
          </a:p>
          <a:p>
            <a:pPr lvl="1"/>
            <a:r>
              <a:rPr lang="de-CH" dirty="0"/>
              <a:t>Können mit Element-Selektoren kombiniert werden (z.B. </a:t>
            </a:r>
            <a:r>
              <a:rPr lang="de-CH" dirty="0" err="1"/>
              <a:t>p.title</a:t>
            </a:r>
            <a:r>
              <a:rPr lang="de-CH" dirty="0"/>
              <a:t>)</a:t>
            </a:r>
          </a:p>
          <a:p>
            <a:pPr lvl="1"/>
            <a:endParaRPr lang="de-CH" dirty="0"/>
          </a:p>
          <a:p>
            <a:pPr lvl="1"/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750D0EF-68B2-0A27-B19B-3E9F30C8B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01.09.2025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E5389B1-C80B-2784-2E87-017EC6123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023137E-A8B4-9D53-4B03-644433DE8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9</a:t>
            </a:fld>
            <a:endParaRPr lang="de-CH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F82A969-AD45-E6E3-0D82-F5726E43A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Selektoren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6796DE3-E76D-D768-79C0-FA5CD659E697}"/>
              </a:ext>
            </a:extLst>
          </p:cNvPr>
          <p:cNvSpPr txBox="1"/>
          <p:nvPr/>
        </p:nvSpPr>
        <p:spPr>
          <a:xfrm>
            <a:off x="973965" y="4593242"/>
            <a:ext cx="60949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.title</a:t>
            </a:r>
            <a:r>
              <a:rPr lang="en-US" b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dirty="0">
                <a:latin typeface="Consolas" panose="020B0609020204030204" pitchFamily="49" charset="0"/>
              </a:rPr>
              <a:t>{</a:t>
            </a:r>
          </a:p>
          <a:p>
            <a:r>
              <a:rPr lang="de-CH" dirty="0">
                <a:solidFill>
                  <a:srgbClr val="FF0000"/>
                </a:solidFill>
                <a:latin typeface="Consolas" panose="020B0609020204030204" pitchFamily="49" charset="0"/>
              </a:rPr>
              <a:t>  </a:t>
            </a:r>
            <a:r>
              <a:rPr lang="de-CH" dirty="0" err="1">
                <a:solidFill>
                  <a:srgbClr val="FF0000"/>
                </a:solidFill>
                <a:latin typeface="Consolas" panose="020B0609020204030204" pitchFamily="49" charset="0"/>
              </a:rPr>
              <a:t>font-family</a:t>
            </a:r>
            <a:r>
              <a:rPr lang="de-CH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de-CH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dirty="0">
                <a:solidFill>
                  <a:srgbClr val="0000CD"/>
                </a:solidFill>
                <a:latin typeface="Consolas" panose="020B0609020204030204" pitchFamily="49" charset="0"/>
              </a:rPr>
              <a:t>"Arial", </a:t>
            </a:r>
            <a:r>
              <a:rPr lang="fr-FR" dirty="0">
                <a:solidFill>
                  <a:srgbClr val="1E1ED3"/>
                </a:solidFill>
                <a:latin typeface="Consolas" panose="020B0609020204030204" pitchFamily="49" charset="0"/>
              </a:rPr>
              <a:t>sans-</a:t>
            </a:r>
            <a:r>
              <a:rPr lang="fr-FR" dirty="0" err="1">
                <a:solidFill>
                  <a:srgbClr val="1E1ED3"/>
                </a:solidFill>
                <a:latin typeface="Consolas" panose="020B0609020204030204" pitchFamily="49" charset="0"/>
              </a:rPr>
              <a:t>serif</a:t>
            </a:r>
            <a:r>
              <a:rPr lang="de-CH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de-CH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de-CH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fr-FR" dirty="0">
                <a:solidFill>
                  <a:srgbClr val="FF0000"/>
                </a:solidFill>
                <a:latin typeface="Consolas" panose="020B0609020204030204" pitchFamily="49" charset="0"/>
              </a:rPr>
              <a:t>font-size</a:t>
            </a:r>
            <a:r>
              <a:rPr lang="fr-FR" dirty="0">
                <a:latin typeface="Consolas" panose="020B0609020204030204" pitchFamily="49" charset="0"/>
              </a:rPr>
              <a:t>:</a:t>
            </a:r>
            <a:r>
              <a:rPr lang="fr-FR" dirty="0">
                <a:solidFill>
                  <a:srgbClr val="A52A2A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0000CD"/>
                </a:solidFill>
                <a:latin typeface="Consolas" panose="020B0609020204030204" pitchFamily="49" charset="0"/>
              </a:rPr>
              <a:t>1.2em</a:t>
            </a:r>
            <a:r>
              <a:rPr lang="fr-FR" dirty="0">
                <a:latin typeface="Consolas" panose="020B0609020204030204" pitchFamily="49" charset="0"/>
              </a:rPr>
              <a:t>;</a:t>
            </a:r>
          </a:p>
          <a:p>
            <a:r>
              <a:rPr lang="fr-FR" dirty="0">
                <a:latin typeface="Consolas" panose="020B0609020204030204" pitchFamily="49" charset="0"/>
              </a:rPr>
              <a:t>}</a:t>
            </a:r>
            <a:r>
              <a:rPr lang="fr-FR" dirty="0">
                <a:solidFill>
                  <a:srgbClr val="A52A2A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4F02C5E-EB97-A7F5-D8B5-9BAC9D7C0496}"/>
              </a:ext>
            </a:extLst>
          </p:cNvPr>
          <p:cNvSpPr txBox="1"/>
          <p:nvPr/>
        </p:nvSpPr>
        <p:spPr>
          <a:xfrm>
            <a:off x="6578600" y="4824074"/>
            <a:ext cx="44779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class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1E1ED3"/>
                </a:solidFill>
                <a:latin typeface="Consolas" panose="020B0609020204030204" pitchFamily="49" charset="0"/>
              </a:rPr>
              <a:t>"title"</a:t>
            </a:r>
            <a:r>
              <a:rPr lang="en-US" dirty="0"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Hello World!</a:t>
            </a: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chemeClr val="accent4"/>
                </a:solidFill>
                <a:latin typeface="Consolas" panose="020B0609020204030204" pitchFamily="49" charset="0"/>
              </a:rPr>
              <a:t>/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p</a:t>
            </a:r>
            <a:r>
              <a:rPr lang="en-US" dirty="0"/>
              <a:t>&gt;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512937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E19E3C4-19E5-869F-A97C-CECFBAC9E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ID Selektoren</a:t>
            </a:r>
          </a:p>
          <a:p>
            <a:pPr lvl="1"/>
            <a:r>
              <a:rPr lang="de-CH" dirty="0"/>
              <a:t>Der ID-Selektor verwendet das ID-Attribut eines HTML-Elements, um ein bestimmtes Element auszuwählen.</a:t>
            </a:r>
          </a:p>
          <a:p>
            <a:pPr lvl="1"/>
            <a:r>
              <a:rPr lang="de-CH" dirty="0"/>
              <a:t>Die ID eines Elements ist innerhalb einer Seite eindeutig, daher wird der </a:t>
            </a:r>
            <a:r>
              <a:rPr lang="de-CH" dirty="0" err="1"/>
              <a:t>id</a:t>
            </a:r>
            <a:r>
              <a:rPr lang="de-CH" dirty="0"/>
              <a:t>-Selektor verwendet, um ein eindeutiges Element auszuwählen!</a:t>
            </a:r>
          </a:p>
          <a:p>
            <a:pPr lvl="1"/>
            <a:r>
              <a:rPr lang="de-CH" dirty="0"/>
              <a:t>Wird im CSS mit vorangestelltem # definiert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750D0EF-68B2-0A27-B19B-3E9F30C8B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01.09.2025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E5389B1-C80B-2784-2E87-017EC6123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023137E-A8B4-9D53-4B03-644433DE8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10</a:t>
            </a:fld>
            <a:endParaRPr lang="de-CH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F82A969-AD45-E6E3-0D82-F5726E43A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Selektoren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6796DE3-E76D-D768-79C0-FA5CD659E697}"/>
              </a:ext>
            </a:extLst>
          </p:cNvPr>
          <p:cNvSpPr txBox="1"/>
          <p:nvPr/>
        </p:nvSpPr>
        <p:spPr>
          <a:xfrm>
            <a:off x="973965" y="4593242"/>
            <a:ext cx="60949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#name </a:t>
            </a:r>
            <a:r>
              <a:rPr lang="fr-FR" dirty="0">
                <a:latin typeface="Consolas" panose="020B0609020204030204" pitchFamily="49" charset="0"/>
              </a:rPr>
              <a:t>{</a:t>
            </a:r>
          </a:p>
          <a:p>
            <a:r>
              <a:rPr lang="de-CH" dirty="0">
                <a:solidFill>
                  <a:srgbClr val="FF0000"/>
                </a:solidFill>
                <a:latin typeface="Consolas" panose="020B0609020204030204" pitchFamily="49" charset="0"/>
              </a:rPr>
              <a:t>  </a:t>
            </a:r>
            <a:r>
              <a:rPr lang="de-CH" dirty="0" err="1">
                <a:solidFill>
                  <a:srgbClr val="FF0000"/>
                </a:solidFill>
                <a:latin typeface="Consolas" panose="020B0609020204030204" pitchFamily="49" charset="0"/>
              </a:rPr>
              <a:t>font-family</a:t>
            </a:r>
            <a:r>
              <a:rPr lang="de-CH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de-CH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dirty="0">
                <a:solidFill>
                  <a:srgbClr val="0000CD"/>
                </a:solidFill>
                <a:latin typeface="Consolas" panose="020B0609020204030204" pitchFamily="49" charset="0"/>
              </a:rPr>
              <a:t>"Arial", </a:t>
            </a:r>
            <a:r>
              <a:rPr lang="fr-FR" dirty="0">
                <a:solidFill>
                  <a:srgbClr val="1E1ED3"/>
                </a:solidFill>
                <a:latin typeface="Consolas" panose="020B0609020204030204" pitchFamily="49" charset="0"/>
              </a:rPr>
              <a:t>sans-</a:t>
            </a:r>
            <a:r>
              <a:rPr lang="fr-FR" dirty="0" err="1">
                <a:solidFill>
                  <a:srgbClr val="1E1ED3"/>
                </a:solidFill>
                <a:latin typeface="Consolas" panose="020B0609020204030204" pitchFamily="49" charset="0"/>
              </a:rPr>
              <a:t>serif</a:t>
            </a:r>
            <a:r>
              <a:rPr lang="de-CH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de-CH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de-CH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fr-FR" dirty="0">
                <a:solidFill>
                  <a:srgbClr val="FF0000"/>
                </a:solidFill>
                <a:latin typeface="Consolas" panose="020B0609020204030204" pitchFamily="49" charset="0"/>
              </a:rPr>
              <a:t>font-size</a:t>
            </a:r>
            <a:r>
              <a:rPr lang="fr-FR" dirty="0">
                <a:latin typeface="Consolas" panose="020B0609020204030204" pitchFamily="49" charset="0"/>
              </a:rPr>
              <a:t>:</a:t>
            </a:r>
            <a:r>
              <a:rPr lang="fr-FR" dirty="0">
                <a:solidFill>
                  <a:srgbClr val="A52A2A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0000CD"/>
                </a:solidFill>
                <a:latin typeface="Consolas" panose="020B0609020204030204" pitchFamily="49" charset="0"/>
              </a:rPr>
              <a:t>1.2em</a:t>
            </a:r>
            <a:r>
              <a:rPr lang="fr-FR" dirty="0">
                <a:latin typeface="Consolas" panose="020B0609020204030204" pitchFamily="49" charset="0"/>
              </a:rPr>
              <a:t>;</a:t>
            </a:r>
          </a:p>
          <a:p>
            <a:r>
              <a:rPr lang="fr-FR" dirty="0">
                <a:latin typeface="Consolas" panose="020B0609020204030204" pitchFamily="49" charset="0"/>
              </a:rPr>
              <a:t>}</a:t>
            </a:r>
            <a:r>
              <a:rPr lang="fr-FR" dirty="0">
                <a:solidFill>
                  <a:srgbClr val="A52A2A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4F02C5E-EB97-A7F5-D8B5-9BAC9D7C0496}"/>
              </a:ext>
            </a:extLst>
          </p:cNvPr>
          <p:cNvSpPr txBox="1"/>
          <p:nvPr/>
        </p:nvSpPr>
        <p:spPr>
          <a:xfrm>
            <a:off x="7104537" y="4824074"/>
            <a:ext cx="3951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id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1E1ED3"/>
                </a:solidFill>
                <a:latin typeface="Consolas" panose="020B0609020204030204" pitchFamily="49" charset="0"/>
              </a:rPr>
              <a:t>"name"</a:t>
            </a:r>
            <a:r>
              <a:rPr lang="en-US" dirty="0"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Hello World!</a:t>
            </a: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chemeClr val="accent4"/>
                </a:solidFill>
                <a:latin typeface="Consolas" panose="020B0609020204030204" pitchFamily="49" charset="0"/>
              </a:rPr>
              <a:t>/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p</a:t>
            </a:r>
            <a:r>
              <a:rPr lang="en-US" dirty="0"/>
              <a:t>&gt;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460869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039C21B-E628-716E-77EA-AD40387D9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CH" dirty="0"/>
              <a:t>Inline: Direkt im HTML-Tag inkludiert</a:t>
            </a:r>
            <a:br>
              <a:rPr lang="de-CH" dirty="0"/>
            </a:br>
            <a:br>
              <a:rPr lang="de-CH" dirty="0"/>
            </a:b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style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sz="1800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color:blue;text-align:center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;"&gt;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 is a heading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/h1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</a:br>
            <a:endParaRPr lang="de-CH" sz="1800" dirty="0"/>
          </a:p>
          <a:p>
            <a:r>
              <a:rPr lang="de-CH" dirty="0"/>
              <a:t>Intern: innerhalb des &lt;style&gt;-Tag im &lt;</a:t>
            </a:r>
            <a:r>
              <a:rPr lang="de-CH" dirty="0" err="1"/>
              <a:t>head</a:t>
            </a:r>
            <a:r>
              <a:rPr lang="de-CH" dirty="0"/>
              <a:t>&gt;</a:t>
            </a:r>
            <a:br>
              <a:rPr lang="de-CH" dirty="0"/>
            </a:br>
            <a:br>
              <a:rPr lang="de-CH" dirty="0"/>
            </a:br>
            <a:r>
              <a:rPr lang="en-US" sz="17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17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700" dirty="0"/>
            </a:br>
            <a:r>
              <a:rPr lang="en-US" sz="1700" dirty="0"/>
              <a:t>  </a:t>
            </a:r>
            <a:r>
              <a:rPr lang="en-US" sz="17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sz="17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7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  h1 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sz="17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  color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7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maroon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7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  margin-left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7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40px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7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7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/style</a:t>
            </a:r>
            <a:r>
              <a:rPr lang="en-US" sz="17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700" dirty="0"/>
            </a:br>
            <a:r>
              <a:rPr lang="en-US" sz="17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/head</a:t>
            </a:r>
            <a:r>
              <a:rPr lang="en-US" sz="17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7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</a:br>
            <a:endParaRPr lang="de-CH" dirty="0"/>
          </a:p>
          <a:p>
            <a:r>
              <a:rPr lang="de-CH" dirty="0"/>
              <a:t>Extern: innerhalb einer oder mehreren separaten .</a:t>
            </a:r>
            <a:r>
              <a:rPr lang="de-CH" dirty="0" err="1"/>
              <a:t>css</a:t>
            </a:r>
            <a:r>
              <a:rPr lang="de-CH" dirty="0"/>
              <a:t> Datei(en)</a:t>
            </a:r>
            <a:br>
              <a:rPr lang="de-CH" dirty="0"/>
            </a:br>
            <a:br>
              <a:rPr lang="de-CH" dirty="0"/>
            </a:b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800" dirty="0"/>
            </a:b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="stylesheet"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="mystyle.css"&gt;</a:t>
            </a:r>
            <a:br>
              <a:rPr lang="en-US" sz="1800" dirty="0"/>
            </a:b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/head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3034B0-1D13-D8D2-5504-52A834553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01.09.2025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BB0B53D-B081-8601-2A46-31052F206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1CD33C4-91B3-7DEF-4563-1F0F5BC5D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11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2B4EDBBF-FA0D-F518-00FF-C2B993799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Typen von CSS</a:t>
            </a:r>
          </a:p>
        </p:txBody>
      </p:sp>
    </p:spTree>
    <p:extLst>
      <p:ext uri="{BB962C8B-B14F-4D97-AF65-F5344CB8AC3E}">
        <p14:creationId xmlns:p14="http://schemas.microsoft.com/office/powerpoint/2010/main" val="2252117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619200" y="1900990"/>
            <a:ext cx="11572800" cy="4291010"/>
          </a:xfrm>
        </p:spPr>
        <p:txBody>
          <a:bodyPr>
            <a:normAutofit/>
          </a:bodyPr>
          <a:lstStyle/>
          <a:p>
            <a:pPr marL="252000">
              <a:lnSpc>
                <a:spcPct val="100000"/>
              </a:lnSpc>
              <a:tabLst>
                <a:tab pos="6276975" algn="l"/>
              </a:tabLst>
            </a:pPr>
            <a:r>
              <a:rPr lang="de-CH" sz="2600" dirty="0">
                <a:latin typeface="Segoe UI (Textkörper)"/>
              </a:rPr>
              <a:t>Farben &amp; Hintergrundfarben</a:t>
            </a:r>
          </a:p>
          <a:p>
            <a:pPr marL="252000">
              <a:lnSpc>
                <a:spcPct val="100000"/>
              </a:lnSpc>
              <a:tabLst>
                <a:tab pos="6276975" algn="l"/>
              </a:tabLst>
            </a:pPr>
            <a:r>
              <a:rPr lang="de-CH" sz="2600" dirty="0">
                <a:latin typeface="Segoe UI (Textkörper)"/>
              </a:rPr>
              <a:t>Abstände (aussen Margin bzw. innen Padding) sowie Höhen und Breiten</a:t>
            </a:r>
          </a:p>
          <a:p>
            <a:pPr marL="252000">
              <a:lnSpc>
                <a:spcPct val="100000"/>
              </a:lnSpc>
              <a:tabLst>
                <a:tab pos="6276975" algn="l"/>
              </a:tabLst>
            </a:pPr>
            <a:r>
              <a:rPr lang="de-CH" sz="2600" dirty="0">
                <a:latin typeface="Segoe UI (Textkörper)"/>
              </a:rPr>
              <a:t>Text-Formatierungen</a:t>
            </a:r>
            <a:br>
              <a:rPr lang="de-CH" sz="2600" dirty="0">
                <a:latin typeface="Segoe UI (Textkörper)"/>
              </a:rPr>
            </a:br>
            <a:r>
              <a:rPr lang="de-CH" sz="1800" dirty="0">
                <a:latin typeface="Segoe UI (Textkörper)"/>
              </a:rPr>
              <a:t>(Schriftart, Ausrichtung, Dekoration, Farbe usw.)</a:t>
            </a:r>
            <a:endParaRPr lang="de-CH" sz="1600" dirty="0">
              <a:latin typeface="Segoe UI (Textkörper)"/>
            </a:endParaRPr>
          </a:p>
          <a:p>
            <a:pPr marL="252000">
              <a:lnSpc>
                <a:spcPct val="100000"/>
              </a:lnSpc>
              <a:tabLst>
                <a:tab pos="6276975" algn="l"/>
              </a:tabLst>
            </a:pPr>
            <a:r>
              <a:rPr lang="de-CH" sz="2600" dirty="0">
                <a:latin typeface="Segoe UI (Textkörper)"/>
              </a:rPr>
              <a:t>Rahmen</a:t>
            </a:r>
          </a:p>
          <a:p>
            <a:pPr marL="23406" indent="0">
              <a:lnSpc>
                <a:spcPct val="100000"/>
              </a:lnSpc>
              <a:buNone/>
              <a:tabLst>
                <a:tab pos="6276975" algn="l"/>
              </a:tabLst>
            </a:pPr>
            <a:r>
              <a:rPr lang="de-CH" sz="1600" dirty="0">
                <a:latin typeface="Segoe UI (Textkörper)"/>
              </a:rPr>
              <a:t>Quelle: https://www.w3schools.com/ </a:t>
            </a:r>
            <a:r>
              <a:rPr lang="de-CH" sz="2600" dirty="0">
                <a:latin typeface="Segoe UI (Textkörper)"/>
              </a:rPr>
              <a:t>	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01.09.2025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M293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12</a:t>
            </a:fld>
            <a:endParaRPr lang="de-CH" dirty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Wichtigste CSS-Deklarationen (Teil 1)</a:t>
            </a:r>
          </a:p>
        </p:txBody>
      </p:sp>
    </p:spTree>
    <p:extLst>
      <p:ext uri="{BB962C8B-B14F-4D97-AF65-F5344CB8AC3E}">
        <p14:creationId xmlns:p14="http://schemas.microsoft.com/office/powerpoint/2010/main" val="864799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B9BE0E1-76E6-9960-5A30-4F52F4B4A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300" y="1872000"/>
            <a:ext cx="11160000" cy="4320000"/>
          </a:xfrm>
        </p:spPr>
        <p:txBody>
          <a:bodyPr>
            <a:normAutofit/>
          </a:bodyPr>
          <a:lstStyle/>
          <a:p>
            <a:r>
              <a:rPr lang="de-CH" dirty="0">
                <a:sym typeface="Wingdings" panose="05000000000000000000" pitchFamily="2" charset="2"/>
              </a:rPr>
              <a:t>CSS für eine Webseite nach Vorlage erstellen</a:t>
            </a:r>
          </a:p>
          <a:p>
            <a:r>
              <a:rPr lang="de-CH" dirty="0">
                <a:sym typeface="Wingdings" panose="05000000000000000000" pitchFamily="2" charset="2"/>
              </a:rPr>
              <a:t>Aufgabenstellung liegt im OneNote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9625F90-7F75-7021-204C-9DFD0D7E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01.09.2025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16DECD-8486-7336-C465-7C5145FB3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83184FE-AAD9-A6EF-FEDB-3871E4FCB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13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332619A-97CA-B964-F927-77546A3A9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Auftrag</a:t>
            </a:r>
          </a:p>
        </p:txBody>
      </p:sp>
    </p:spTree>
    <p:extLst>
      <p:ext uri="{BB962C8B-B14F-4D97-AF65-F5344CB8AC3E}">
        <p14:creationId xmlns:p14="http://schemas.microsoft.com/office/powerpoint/2010/main" val="3606767413"/>
      </p:ext>
    </p:extLst>
  </p:cSld>
  <p:clrMapOvr>
    <a:masterClrMapping/>
  </p:clrMapOvr>
</p:sld>
</file>

<file path=ppt/theme/theme1.xml><?xml version="1.0" encoding="utf-8"?>
<a:theme xmlns:a="http://schemas.openxmlformats.org/drawingml/2006/main" name="Kanton Luzern">
  <a:themeElements>
    <a:clrScheme name="Kanton Luzer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66CCFF"/>
      </a:accent1>
      <a:accent2>
        <a:srgbClr val="3399FF"/>
      </a:accent2>
      <a:accent3>
        <a:srgbClr val="0066FF"/>
      </a:accent3>
      <a:accent4>
        <a:srgbClr val="0000FF"/>
      </a:accent4>
      <a:accent5>
        <a:srgbClr val="003399"/>
      </a:accent5>
      <a:accent6>
        <a:srgbClr val="000066"/>
      </a:accent6>
      <a:hlink>
        <a:srgbClr val="7FCAFF"/>
      </a:hlink>
      <a:folHlink>
        <a:srgbClr val="40AFFF"/>
      </a:folHlink>
    </a:clrScheme>
    <a:fontScheme name="Segoe UI">
      <a:majorFont>
        <a:latin typeface="Segoe UI fet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2808E21A-8CEB-4AD8-9B47-87429428C934}" vid="{12467E2D-BDDD-4BA1-991D-8047D18ED073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8a37d9d-9576-4bab-89c6-ad9e0707cb90">
      <Terms xmlns="http://schemas.microsoft.com/office/infopath/2007/PartnerControls"/>
    </lcf76f155ced4ddcb4097134ff3c332f>
    <TaxCatchAll xmlns="8e922e2c-d434-4569-88ac-67afeec8ca9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BD5B87398E0F546803C08AF34E277D4" ma:contentTypeVersion="14" ma:contentTypeDescription="Ein neues Dokument erstellen." ma:contentTypeScope="" ma:versionID="572151e1c4d54ee0088b28abf6d03b1c">
  <xsd:schema xmlns:xsd="http://www.w3.org/2001/XMLSchema" xmlns:xs="http://www.w3.org/2001/XMLSchema" xmlns:p="http://schemas.microsoft.com/office/2006/metadata/properties" xmlns:ns2="08a37d9d-9576-4bab-89c6-ad9e0707cb90" xmlns:ns3="8e922e2c-d434-4569-88ac-67afeec8ca9b" targetNamespace="http://schemas.microsoft.com/office/2006/metadata/properties" ma:root="true" ma:fieldsID="333e42a61cf00a1095387b2f3b7126ae" ns2:_="" ns3:_="">
    <xsd:import namespace="08a37d9d-9576-4bab-89c6-ad9e0707cb90"/>
    <xsd:import namespace="8e922e2c-d434-4569-88ac-67afeec8ca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a37d9d-9576-4bab-89c6-ad9e0707cb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Bildmarkierungen" ma:readOnly="false" ma:fieldId="{5cf76f15-5ced-4ddc-b409-7134ff3c332f}" ma:taxonomyMulti="true" ma:sspId="a16ba4c5-514f-471a-8004-1e490f9737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922e2c-d434-4569-88ac-67afeec8ca9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4c1dc386-9e29-45f4-b73c-a60483f09fea}" ma:internalName="TaxCatchAll" ma:showField="CatchAllData" ma:web="8e922e2c-d434-4569-88ac-67afeec8ca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2A089A-249A-42FE-AD24-46BC184A9B1D}">
  <ds:schemaRefs>
    <ds:schemaRef ds:uri="1b3ed222-d7c6-47b4-ad0e-8ad80675c115"/>
    <ds:schemaRef ds:uri="4b7d4f44-5b41-4d39-8153-b5dafe92de9b"/>
    <ds:schemaRef ds:uri="98cc15a3-3e94-4076-998c-63c885c407b0"/>
    <ds:schemaRef ds:uri="ec62de01-3c60-4501-b46d-b2adce299403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FA8325A-BB3E-4AA2-9631-BA4CC122EA2E}"/>
</file>

<file path=customXml/itemProps3.xml><?xml version="1.0" encoding="utf-8"?>
<ds:datastoreItem xmlns:ds="http://schemas.openxmlformats.org/officeDocument/2006/customXml" ds:itemID="{A245F293-8DFC-4BD8-AC95-BF812F0A42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526</Words>
  <Application>Microsoft Office PowerPoint</Application>
  <PresentationFormat>Breitbild</PresentationFormat>
  <Paragraphs>88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9" baseType="lpstr">
      <vt:lpstr>Arial</vt:lpstr>
      <vt:lpstr>Consolas</vt:lpstr>
      <vt:lpstr>Segoe UI</vt:lpstr>
      <vt:lpstr>Segoe UI (Textkörper)</vt:lpstr>
      <vt:lpstr>Wingdings</vt:lpstr>
      <vt:lpstr>Kanton Luzern</vt:lpstr>
      <vt:lpstr>03 CSS Grundlagen Teil 1</vt:lpstr>
      <vt:lpstr>Themen</vt:lpstr>
      <vt:lpstr>Überblick Modulinhalte / Grobplanung</vt:lpstr>
      <vt:lpstr>Was ist CSS und wofür ist es gut? </vt:lpstr>
      <vt:lpstr>Was ist CSS und wofür ist es gut? </vt:lpstr>
      <vt:lpstr>Wie funktioniert CSS</vt:lpstr>
      <vt:lpstr>PowerPoint-Präsentation</vt:lpstr>
      <vt:lpstr>Selektoren</vt:lpstr>
      <vt:lpstr>Selektoren</vt:lpstr>
      <vt:lpstr>Selektoren</vt:lpstr>
      <vt:lpstr>Typen von CSS</vt:lpstr>
      <vt:lpstr>Wichtigste CSS-Deklarationen (Teil 1)</vt:lpstr>
      <vt:lpstr>Auftrag</vt:lpstr>
    </vt:vector>
  </TitlesOfParts>
  <Company>Kanton Luzern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Staatskanzlei Luzern</dc:creator>
  <cp:lastModifiedBy>BBZW;FMZ; Wicki Michael (Lehrperson)</cp:lastModifiedBy>
  <cp:revision>2</cp:revision>
  <dcterms:created xsi:type="dcterms:W3CDTF">2021-03-11T13:07:41Z</dcterms:created>
  <dcterms:modified xsi:type="dcterms:W3CDTF">2025-09-01T07:27:41Z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0x010100FBD5B87398E0F546803C08AF34E277D4</vt:lpwstr>
  </property>
  <property fmtid="{D5CDD505-2E9C-101B-9397-08002B2CF9AE}" pid="3" name="MediaServiceImageTags">
    <vt:lpwstr/>
  </property>
</Properties>
</file>