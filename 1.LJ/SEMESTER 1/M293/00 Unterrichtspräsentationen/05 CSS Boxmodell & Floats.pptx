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9" r:id="rId5"/>
    <p:sldId id="261" r:id="rId6"/>
    <p:sldId id="273" r:id="rId7"/>
    <p:sldId id="290" r:id="rId8"/>
    <p:sldId id="291" r:id="rId9"/>
    <p:sldId id="292" r:id="rId10"/>
    <p:sldId id="293" r:id="rId11"/>
    <p:sldId id="295" r:id="rId12"/>
    <p:sldId id="296" r:id="rId13"/>
    <p:sldId id="299" r:id="rId14"/>
    <p:sldId id="300" r:id="rId15"/>
    <p:sldId id="297" r:id="rId16"/>
    <p:sldId id="298" r:id="rId17"/>
    <p:sldId id="289" r:id="rId18"/>
  </p:sldIdLst>
  <p:sldSz cx="12192000" cy="6858000"/>
  <p:notesSz cx="6858000" cy="9144000"/>
  <p:defaultTextStyle>
    <a:defPPr>
      <a:defRPr lang="de-DE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D3"/>
    <a:srgbClr val="A52A2A"/>
    <a:srgbClr val="C0C0F3"/>
    <a:srgbClr val="B1B1F0"/>
    <a:srgbClr val="009FE3"/>
    <a:srgbClr val="008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CE4C69-845A-4175-B252-4FC8B687D7A9}" v="12" dt="2025-09-22T07:51:21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BZW;FMZ; Wicki Michael (Lehrperson)" userId="3f751286-0333-4a5b-a1bf-0c4eee9565b5" providerId="ADAL" clId="{D03D3322-2906-45DA-A640-8F899A5B7F9D}"/>
    <pc:docChg chg="undo custSel addSld delSld modSld sldOrd">
      <pc:chgData name="BBZW;FMZ; Wicki Michael (Lehrperson)" userId="3f751286-0333-4a5b-a1bf-0c4eee9565b5" providerId="ADAL" clId="{D03D3322-2906-45DA-A640-8F899A5B7F9D}" dt="2025-09-22T07:53:29.979" v="393" actId="27636"/>
      <pc:docMkLst>
        <pc:docMk/>
      </pc:docMkLst>
      <pc:sldChg chg="modSp mod">
        <pc:chgData name="BBZW;FMZ; Wicki Michael (Lehrperson)" userId="3f751286-0333-4a5b-a1bf-0c4eee9565b5" providerId="ADAL" clId="{D03D3322-2906-45DA-A640-8F899A5B7F9D}" dt="2025-09-22T07:11:04.658" v="324" actId="20577"/>
        <pc:sldMkLst>
          <pc:docMk/>
          <pc:sldMk cId="3606767413" sldId="289"/>
        </pc:sldMkLst>
        <pc:spChg chg="mod">
          <ac:chgData name="BBZW;FMZ; Wicki Michael (Lehrperson)" userId="3f751286-0333-4a5b-a1bf-0c4eee9565b5" providerId="ADAL" clId="{D03D3322-2906-45DA-A640-8F899A5B7F9D}" dt="2025-09-22T07:11:04.658" v="324" actId="20577"/>
          <ac:spMkLst>
            <pc:docMk/>
            <pc:sldMk cId="3606767413" sldId="289"/>
            <ac:spMk id="2" creationId="{FB9BE0E1-76E6-9960-5A30-4F52F4B4A7BC}"/>
          </ac:spMkLst>
        </pc:spChg>
      </pc:sldChg>
      <pc:sldChg chg="del">
        <pc:chgData name="BBZW;FMZ; Wicki Michael (Lehrperson)" userId="3f751286-0333-4a5b-a1bf-0c4eee9565b5" providerId="ADAL" clId="{D03D3322-2906-45DA-A640-8F899A5B7F9D}" dt="2025-09-22T06:44:24.419" v="303" actId="47"/>
        <pc:sldMkLst>
          <pc:docMk/>
          <pc:sldMk cId="1232265588" sldId="294"/>
        </pc:sldMkLst>
      </pc:sldChg>
      <pc:sldChg chg="modSp mod">
        <pc:chgData name="BBZW;FMZ; Wicki Michael (Lehrperson)" userId="3f751286-0333-4a5b-a1bf-0c4eee9565b5" providerId="ADAL" clId="{D03D3322-2906-45DA-A640-8F899A5B7F9D}" dt="2025-09-22T06:39:42.643" v="108" actId="20577"/>
        <pc:sldMkLst>
          <pc:docMk/>
          <pc:sldMk cId="959432337" sldId="296"/>
        </pc:sldMkLst>
        <pc:spChg chg="mod">
          <ac:chgData name="BBZW;FMZ; Wicki Michael (Lehrperson)" userId="3f751286-0333-4a5b-a1bf-0c4eee9565b5" providerId="ADAL" clId="{D03D3322-2906-45DA-A640-8F899A5B7F9D}" dt="2025-09-22T06:39:22.314" v="86" actId="20577"/>
          <ac:spMkLst>
            <pc:docMk/>
            <pc:sldMk cId="959432337" sldId="296"/>
            <ac:spMk id="2" creationId="{9F73A71F-80FC-5077-0AAA-5430BC460720}"/>
          </ac:spMkLst>
        </pc:spChg>
        <pc:spChg chg="mod">
          <ac:chgData name="BBZW;FMZ; Wicki Michael (Lehrperson)" userId="3f751286-0333-4a5b-a1bf-0c4eee9565b5" providerId="ADAL" clId="{D03D3322-2906-45DA-A640-8F899A5B7F9D}" dt="2025-09-22T06:39:42.643" v="108" actId="20577"/>
          <ac:spMkLst>
            <pc:docMk/>
            <pc:sldMk cId="959432337" sldId="296"/>
            <ac:spMk id="6" creationId="{0198B597-F320-AC65-43EE-F6A74FB0BB57}"/>
          </ac:spMkLst>
        </pc:spChg>
      </pc:sldChg>
      <pc:sldChg chg="addSp delSp modSp new mod">
        <pc:chgData name="BBZW;FMZ; Wicki Michael (Lehrperson)" userId="3f751286-0333-4a5b-a1bf-0c4eee9565b5" providerId="ADAL" clId="{D03D3322-2906-45DA-A640-8F899A5B7F9D}" dt="2025-09-22T06:41:45.089" v="199" actId="20577"/>
        <pc:sldMkLst>
          <pc:docMk/>
          <pc:sldMk cId="840477293" sldId="299"/>
        </pc:sldMkLst>
        <pc:spChg chg="add del mod">
          <ac:chgData name="BBZW;FMZ; Wicki Michael (Lehrperson)" userId="3f751286-0333-4a5b-a1bf-0c4eee9565b5" providerId="ADAL" clId="{D03D3322-2906-45DA-A640-8F899A5B7F9D}" dt="2025-09-22T06:41:45.089" v="199" actId="20577"/>
          <ac:spMkLst>
            <pc:docMk/>
            <pc:sldMk cId="840477293" sldId="299"/>
            <ac:spMk id="2" creationId="{13C24FFB-F8D2-F821-598C-376230B23E60}"/>
          </ac:spMkLst>
        </pc:spChg>
        <pc:spChg chg="mod">
          <ac:chgData name="BBZW;FMZ; Wicki Michael (Lehrperson)" userId="3f751286-0333-4a5b-a1bf-0c4eee9565b5" providerId="ADAL" clId="{D03D3322-2906-45DA-A640-8F899A5B7F9D}" dt="2025-09-22T06:40:07.221" v="134"/>
          <ac:spMkLst>
            <pc:docMk/>
            <pc:sldMk cId="840477293" sldId="299"/>
            <ac:spMk id="6" creationId="{5B9A4EE2-85B5-EF3E-EB8D-8A8F8F794A95}"/>
          </ac:spMkLst>
        </pc:spChg>
        <pc:spChg chg="add mod">
          <ac:chgData name="BBZW;FMZ; Wicki Michael (Lehrperson)" userId="3f751286-0333-4a5b-a1bf-0c4eee9565b5" providerId="ADAL" clId="{D03D3322-2906-45DA-A640-8F899A5B7F9D}" dt="2025-09-22T06:40:20.261" v="138"/>
          <ac:spMkLst>
            <pc:docMk/>
            <pc:sldMk cId="840477293" sldId="299"/>
            <ac:spMk id="7" creationId="{ABBE9F8F-6669-EC37-505B-2446FB836DF4}"/>
          </ac:spMkLst>
        </pc:spChg>
      </pc:sldChg>
      <pc:sldChg chg="addSp modSp new mod ord">
        <pc:chgData name="BBZW;FMZ; Wicki Michael (Lehrperson)" userId="3f751286-0333-4a5b-a1bf-0c4eee9565b5" providerId="ADAL" clId="{D03D3322-2906-45DA-A640-8F899A5B7F9D}" dt="2025-09-22T07:53:29.979" v="393" actId="27636"/>
        <pc:sldMkLst>
          <pc:docMk/>
          <pc:sldMk cId="1902217668" sldId="300"/>
        </pc:sldMkLst>
        <pc:spChg chg="mod">
          <ac:chgData name="BBZW;FMZ; Wicki Michael (Lehrperson)" userId="3f751286-0333-4a5b-a1bf-0c4eee9565b5" providerId="ADAL" clId="{D03D3322-2906-45DA-A640-8F899A5B7F9D}" dt="2025-09-22T07:53:29.979" v="393" actId="27636"/>
          <ac:spMkLst>
            <pc:docMk/>
            <pc:sldMk cId="1902217668" sldId="300"/>
            <ac:spMk id="2" creationId="{16C6BCDD-006D-1F9D-DC34-A1F23FD060F2}"/>
          </ac:spMkLst>
        </pc:spChg>
        <pc:spChg chg="mod">
          <ac:chgData name="BBZW;FMZ; Wicki Michael (Lehrperson)" userId="3f751286-0333-4a5b-a1bf-0c4eee9565b5" providerId="ADAL" clId="{D03D3322-2906-45DA-A640-8F899A5B7F9D}" dt="2025-09-22T06:42:55.267" v="268" actId="20577"/>
          <ac:spMkLst>
            <pc:docMk/>
            <pc:sldMk cId="1902217668" sldId="300"/>
            <ac:spMk id="6" creationId="{57C4EB9B-ACF2-38A6-14F0-DA289C2E22D1}"/>
          </ac:spMkLst>
        </pc:spChg>
        <pc:spChg chg="add">
          <ac:chgData name="BBZW;FMZ; Wicki Michael (Lehrperson)" userId="3f751286-0333-4a5b-a1bf-0c4eee9565b5" providerId="ADAL" clId="{D03D3322-2906-45DA-A640-8F899A5B7F9D}" dt="2025-09-22T07:51:18.308" v="327"/>
          <ac:spMkLst>
            <pc:docMk/>
            <pc:sldMk cId="1902217668" sldId="300"/>
            <ac:spMk id="7" creationId="{CE15DC95-F853-2FFE-5CD6-76B7E11DBC9D}"/>
          </ac:spMkLst>
        </pc:spChg>
      </pc:sldChg>
    </pc:docChg>
  </pc:docChgLst>
  <pc:docChgLst>
    <pc:chgData name="BBZW;FMZ; Wicki Michael (Lehrperson)" userId="3f751286-0333-4a5b-a1bf-0c4eee9565b5" providerId="ADAL" clId="{770A1572-A301-46DB-BDA2-8A072A2A62A9}"/>
    <pc:docChg chg="modSld">
      <pc:chgData name="BBZW;FMZ; Wicki Michael (Lehrperson)" userId="3f751286-0333-4a5b-a1bf-0c4eee9565b5" providerId="ADAL" clId="{770A1572-A301-46DB-BDA2-8A072A2A62A9}" dt="2024-01-31T12:10:21.037" v="1"/>
      <pc:docMkLst>
        <pc:docMk/>
      </pc:docMkLst>
      <pc:sldChg chg="modSp mod">
        <pc:chgData name="BBZW;FMZ; Wicki Michael (Lehrperson)" userId="3f751286-0333-4a5b-a1bf-0c4eee9565b5" providerId="ADAL" clId="{770A1572-A301-46DB-BDA2-8A072A2A62A9}" dt="2024-01-31T12:10:21.037" v="1"/>
        <pc:sldMkLst>
          <pc:docMk/>
          <pc:sldMk cId="4178680484" sldId="290"/>
        </pc:sldMkLst>
      </pc:sldChg>
    </pc:docChg>
  </pc:docChgLst>
  <pc:docChgLst>
    <pc:chgData name="BBZW;FMZ; Wicki Michael (Lehrperson)" userId="3f751286-0333-4a5b-a1bf-0c4eee9565b5" providerId="ADAL" clId="{591A8B94-2D17-4639-920B-8E91DC027951}"/>
    <pc:docChg chg="undo custSel addSld modSld">
      <pc:chgData name="BBZW;FMZ; Wicki Michael (Lehrperson)" userId="3f751286-0333-4a5b-a1bf-0c4eee9565b5" providerId="ADAL" clId="{591A8B94-2D17-4639-920B-8E91DC027951}" dt="2025-03-10T06:56:19.374" v="879" actId="20577"/>
      <pc:docMkLst>
        <pc:docMk/>
      </pc:docMkLst>
      <pc:sldChg chg="modSp mod">
        <pc:chgData name="BBZW;FMZ; Wicki Michael (Lehrperson)" userId="3f751286-0333-4a5b-a1bf-0c4eee9565b5" providerId="ADAL" clId="{591A8B94-2D17-4639-920B-8E91DC027951}" dt="2025-03-10T06:56:08.316" v="862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591A8B94-2D17-4639-920B-8E91DC027951}" dt="2025-03-10T06:56:19.374" v="879" actId="20577"/>
        <pc:sldMkLst>
          <pc:docMk/>
          <pc:sldMk cId="2841948806" sldId="261"/>
        </pc:sldMkLst>
      </pc:sldChg>
      <pc:sldChg chg="addSp delSp modSp mod">
        <pc:chgData name="BBZW;FMZ; Wicki Michael (Lehrperson)" userId="3f751286-0333-4a5b-a1bf-0c4eee9565b5" providerId="ADAL" clId="{591A8B94-2D17-4639-920B-8E91DC027951}" dt="2025-02-12T10:27:58.407" v="698" actId="1038"/>
        <pc:sldMkLst>
          <pc:docMk/>
          <pc:sldMk cId="111238206" sldId="273"/>
        </pc:sldMkLst>
      </pc:sldChg>
      <pc:sldChg chg="modSp mod">
        <pc:chgData name="BBZW;FMZ; Wicki Michael (Lehrperson)" userId="3f751286-0333-4a5b-a1bf-0c4eee9565b5" providerId="ADAL" clId="{591A8B94-2D17-4639-920B-8E91DC027951}" dt="2025-02-12T11:02:16.812" v="853" actId="20577"/>
        <pc:sldMkLst>
          <pc:docMk/>
          <pc:sldMk cId="3606767413" sldId="289"/>
        </pc:sldMkLst>
      </pc:sldChg>
      <pc:sldChg chg="addSp delSp modSp new mod">
        <pc:chgData name="BBZW;FMZ; Wicki Michael (Lehrperson)" userId="3f751286-0333-4a5b-a1bf-0c4eee9565b5" providerId="ADAL" clId="{591A8B94-2D17-4639-920B-8E91DC027951}" dt="2025-02-12T09:21:30.868" v="416" actId="20577"/>
        <pc:sldMkLst>
          <pc:docMk/>
          <pc:sldMk cId="1449392378" sldId="295"/>
        </pc:sldMkLst>
      </pc:sldChg>
      <pc:sldChg chg="addSp delSp modSp new mod">
        <pc:chgData name="BBZW;FMZ; Wicki Michael (Lehrperson)" userId="3f751286-0333-4a5b-a1bf-0c4eee9565b5" providerId="ADAL" clId="{591A8B94-2D17-4639-920B-8E91DC027951}" dt="2025-02-12T10:04:03.674" v="568" actId="20577"/>
        <pc:sldMkLst>
          <pc:docMk/>
          <pc:sldMk cId="959432337" sldId="296"/>
        </pc:sldMkLst>
      </pc:sldChg>
      <pc:sldChg chg="addSp modSp new mod">
        <pc:chgData name="BBZW;FMZ; Wicki Michael (Lehrperson)" userId="3f751286-0333-4a5b-a1bf-0c4eee9565b5" providerId="ADAL" clId="{591A8B94-2D17-4639-920B-8E91DC027951}" dt="2025-02-12T10:08:21.531" v="675" actId="20577"/>
        <pc:sldMkLst>
          <pc:docMk/>
          <pc:sldMk cId="3186451807" sldId="297"/>
        </pc:sldMkLst>
      </pc:sldChg>
      <pc:sldChg chg="addSp delSp modSp add mod">
        <pc:chgData name="BBZW;FMZ; Wicki Michael (Lehrperson)" userId="3f751286-0333-4a5b-a1bf-0c4eee9565b5" providerId="ADAL" clId="{591A8B94-2D17-4639-920B-8E91DC027951}" dt="2025-02-12T10:43:16.007" v="808" actId="27636"/>
        <pc:sldMkLst>
          <pc:docMk/>
          <pc:sldMk cId="1604294083" sldId="298"/>
        </pc:sldMkLst>
      </pc:sldChg>
    </pc:docChg>
  </pc:docChgLst>
  <pc:docChgLst>
    <pc:chgData name="BBZW;FMZ; Wicki Michael (Lehrperson)" userId="3f751286-0333-4a5b-a1bf-0c4eee9565b5" providerId="ADAL" clId="{08CE4C69-845A-4175-B252-4FC8B687D7A9}"/>
    <pc:docChg chg="undo custSel addSld modSld">
      <pc:chgData name="BBZW;FMZ; Wicki Michael (Lehrperson)" userId="3f751286-0333-4a5b-a1bf-0c4eee9565b5" providerId="ADAL" clId="{08CE4C69-845A-4175-B252-4FC8B687D7A9}" dt="2025-09-08T07:28:34.287" v="960"/>
      <pc:docMkLst>
        <pc:docMk/>
      </pc:docMkLst>
      <pc:sldChg chg="modSp mod">
        <pc:chgData name="BBZW;FMZ; Wicki Michael (Lehrperson)" userId="3f751286-0333-4a5b-a1bf-0c4eee9565b5" providerId="ADAL" clId="{08CE4C69-845A-4175-B252-4FC8B687D7A9}" dt="2024-03-13T06:12:45.318" v="27" actId="20577"/>
        <pc:sldMkLst>
          <pc:docMk/>
          <pc:sldMk cId="2841948806" sldId="261"/>
        </pc:sldMkLst>
      </pc:sldChg>
      <pc:sldChg chg="addSp delSp modSp mod">
        <pc:chgData name="BBZW;FMZ; Wicki Michael (Lehrperson)" userId="3f751286-0333-4a5b-a1bf-0c4eee9565b5" providerId="ADAL" clId="{08CE4C69-845A-4175-B252-4FC8B687D7A9}" dt="2025-09-08T07:28:34.287" v="960"/>
        <pc:sldMkLst>
          <pc:docMk/>
          <pc:sldMk cId="111238206" sldId="273"/>
        </pc:sldMkLst>
        <pc:spChg chg="add mod">
          <ac:chgData name="BBZW;FMZ; Wicki Michael (Lehrperson)" userId="3f751286-0333-4a5b-a1bf-0c4eee9565b5" providerId="ADAL" clId="{08CE4C69-845A-4175-B252-4FC8B687D7A9}" dt="2025-09-08T07:28:34.287" v="960"/>
          <ac:spMkLst>
            <pc:docMk/>
            <pc:sldMk cId="111238206" sldId="273"/>
            <ac:spMk id="9" creationId="{A523CC88-9A9F-E6FC-D3D8-03B366DE5F5E}"/>
          </ac:spMkLst>
        </pc:spChg>
        <pc:picChg chg="add mod">
          <ac:chgData name="BBZW;FMZ; Wicki Michael (Lehrperson)" userId="3f751286-0333-4a5b-a1bf-0c4eee9565b5" providerId="ADAL" clId="{08CE4C69-845A-4175-B252-4FC8B687D7A9}" dt="2025-09-08T07:28:34.287" v="960"/>
          <ac:picMkLst>
            <pc:docMk/>
            <pc:sldMk cId="111238206" sldId="273"/>
            <ac:picMk id="2" creationId="{AA38C852-A56D-A1E0-D3BE-3617EBD7EB23}"/>
          </ac:picMkLst>
        </pc:picChg>
      </pc:sldChg>
      <pc:sldChg chg="modSp mod">
        <pc:chgData name="BBZW;FMZ; Wicki Michael (Lehrperson)" userId="3f751286-0333-4a5b-a1bf-0c4eee9565b5" providerId="ADAL" clId="{08CE4C69-845A-4175-B252-4FC8B687D7A9}" dt="2024-03-13T06:16:49.287" v="72" actId="20577"/>
        <pc:sldMkLst>
          <pc:docMk/>
          <pc:sldMk cId="3606767413" sldId="289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15:51.835" v="49" actId="20577"/>
        <pc:sldMkLst>
          <pc:docMk/>
          <pc:sldMk cId="2355103116" sldId="290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15:56.130" v="50"/>
        <pc:sldMkLst>
          <pc:docMk/>
          <pc:sldMk cId="465808879" sldId="291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17:26.416" v="83" actId="1076"/>
        <pc:sldMkLst>
          <pc:docMk/>
          <pc:sldMk cId="1445171776" sldId="292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25:37.312" v="451" actId="1035"/>
        <pc:sldMkLst>
          <pc:docMk/>
          <pc:sldMk cId="3152346858" sldId="293"/>
        </pc:sldMkLst>
      </pc:sldChg>
      <pc:sldChg chg="modSp new mod">
        <pc:chgData name="BBZW;FMZ; Wicki Michael (Lehrperson)" userId="3f751286-0333-4a5b-a1bf-0c4eee9565b5" providerId="ADAL" clId="{08CE4C69-845A-4175-B252-4FC8B687D7A9}" dt="2024-03-13T06:28:25.211" v="955" actId="20577"/>
        <pc:sldMkLst>
          <pc:docMk/>
          <pc:sldMk cId="1232265588" sldId="294"/>
        </pc:sldMkLst>
      </pc:sldChg>
    </pc:docChg>
  </pc:docChgLst>
  <pc:docChgLst>
    <pc:chgData name="Michael Wicki" userId="9abe09b22e4fdb5c" providerId="LiveId" clId="{12F4AE18-4666-4DEA-B19D-50408717B1E6}"/>
    <pc:docChg chg="undo custSel addSld delSld modSld sldOrd">
      <pc:chgData name="Michael Wicki" userId="9abe09b22e4fdb5c" providerId="LiveId" clId="{12F4AE18-4666-4DEA-B19D-50408717B1E6}" dt="2024-01-30T09:43:24.768" v="5035" actId="20577"/>
      <pc:docMkLst>
        <pc:docMk/>
      </pc:docMkLst>
      <pc:sldChg chg="modSp mod">
        <pc:chgData name="Michael Wicki" userId="9abe09b22e4fdb5c" providerId="LiveId" clId="{12F4AE18-4666-4DEA-B19D-50408717B1E6}" dt="2024-01-30T09:43:24.768" v="5035" actId="20577"/>
        <pc:sldMkLst>
          <pc:docMk/>
          <pc:sldMk cId="4215852396" sldId="259"/>
        </pc:sldMkLst>
      </pc:sldChg>
      <pc:sldChg chg="del">
        <pc:chgData name="Michael Wicki" userId="9abe09b22e4fdb5c" providerId="LiveId" clId="{12F4AE18-4666-4DEA-B19D-50408717B1E6}" dt="2024-01-27T18:15:15.061" v="3091" actId="47"/>
        <pc:sldMkLst>
          <pc:docMk/>
          <pc:sldMk cId="2662203305" sldId="260"/>
        </pc:sldMkLst>
      </pc:sldChg>
      <pc:sldChg chg="modSp mod">
        <pc:chgData name="Michael Wicki" userId="9abe09b22e4fdb5c" providerId="LiveId" clId="{12F4AE18-4666-4DEA-B19D-50408717B1E6}" dt="2024-01-30T08:47:03.815" v="4717" actId="20577"/>
        <pc:sldMkLst>
          <pc:docMk/>
          <pc:sldMk cId="2841948806" sldId="261"/>
        </pc:sldMkLst>
      </pc:sldChg>
      <pc:sldChg chg="modSp del mod">
        <pc:chgData name="Michael Wicki" userId="9abe09b22e4fdb5c" providerId="LiveId" clId="{12F4AE18-4666-4DEA-B19D-50408717B1E6}" dt="2024-01-27T18:15:00.023" v="3085" actId="47"/>
        <pc:sldMkLst>
          <pc:docMk/>
          <pc:sldMk cId="980920978" sldId="262"/>
        </pc:sldMkLst>
      </pc:sldChg>
      <pc:sldChg chg="modSp del mod ord">
        <pc:chgData name="Michael Wicki" userId="9abe09b22e4fdb5c" providerId="LiveId" clId="{12F4AE18-4666-4DEA-B19D-50408717B1E6}" dt="2024-01-27T15:47:59.780" v="1458" actId="47"/>
        <pc:sldMkLst>
          <pc:docMk/>
          <pc:sldMk cId="1567451325" sldId="263"/>
        </pc:sldMkLst>
      </pc:sldChg>
      <pc:sldChg chg="modSp mod">
        <pc:chgData name="Michael Wicki" userId="9abe09b22e4fdb5c" providerId="LiveId" clId="{12F4AE18-4666-4DEA-B19D-50408717B1E6}" dt="2024-01-27T15:48:23.301" v="1476" actId="20577"/>
        <pc:sldMkLst>
          <pc:docMk/>
          <pc:sldMk cId="193402935" sldId="264"/>
        </pc:sldMkLst>
      </pc:sldChg>
      <pc:sldChg chg="modSp del mod">
        <pc:chgData name="Michael Wicki" userId="9abe09b22e4fdb5c" providerId="LiveId" clId="{12F4AE18-4666-4DEA-B19D-50408717B1E6}" dt="2024-01-27T18:15:04.507" v="3087" actId="47"/>
        <pc:sldMkLst>
          <pc:docMk/>
          <pc:sldMk cId="3671667540" sldId="265"/>
        </pc:sldMkLst>
      </pc:sldChg>
      <pc:sldChg chg="modSp del mod">
        <pc:chgData name="Michael Wicki" userId="9abe09b22e4fdb5c" providerId="LiveId" clId="{12F4AE18-4666-4DEA-B19D-50408717B1E6}" dt="2024-01-27T18:15:07.503" v="3088" actId="47"/>
        <pc:sldMkLst>
          <pc:docMk/>
          <pc:sldMk cId="2962151881" sldId="266"/>
        </pc:sldMkLst>
      </pc:sldChg>
      <pc:sldChg chg="modSp del mod">
        <pc:chgData name="Michael Wicki" userId="9abe09b22e4fdb5c" providerId="LiveId" clId="{12F4AE18-4666-4DEA-B19D-50408717B1E6}" dt="2024-01-27T18:15:09.132" v="3089" actId="47"/>
        <pc:sldMkLst>
          <pc:docMk/>
          <pc:sldMk cId="4060942184" sldId="267"/>
        </pc:sldMkLst>
      </pc:sldChg>
      <pc:sldChg chg="modSp del mod">
        <pc:chgData name="Michael Wicki" userId="9abe09b22e4fdb5c" providerId="LiveId" clId="{12F4AE18-4666-4DEA-B19D-50408717B1E6}" dt="2024-01-27T18:15:12.176" v="3090" actId="47"/>
        <pc:sldMkLst>
          <pc:docMk/>
          <pc:sldMk cId="530994592" sldId="268"/>
        </pc:sldMkLst>
      </pc:sldChg>
      <pc:sldChg chg="del">
        <pc:chgData name="Michael Wicki" userId="9abe09b22e4fdb5c" providerId="LiveId" clId="{12F4AE18-4666-4DEA-B19D-50408717B1E6}" dt="2024-01-27T14:00:09.617" v="997" actId="47"/>
        <pc:sldMkLst>
          <pc:docMk/>
          <pc:sldMk cId="1066179267" sldId="269"/>
        </pc:sldMkLst>
      </pc:sldChg>
      <pc:sldChg chg="modSp add mod">
        <pc:chgData name="Michael Wicki" userId="9abe09b22e4fdb5c" providerId="LiveId" clId="{12F4AE18-4666-4DEA-B19D-50408717B1E6}" dt="2024-01-27T14:00:05.381" v="996" actId="20577"/>
        <pc:sldMkLst>
          <pc:docMk/>
          <pc:sldMk cId="4037828431" sldId="270"/>
        </pc:sldMkLst>
      </pc:sldChg>
      <pc:sldChg chg="modSp add del mod">
        <pc:chgData name="Michael Wicki" userId="9abe09b22e4fdb5c" providerId="LiveId" clId="{12F4AE18-4666-4DEA-B19D-50408717B1E6}" dt="2024-01-27T13:53:05.821" v="502" actId="47"/>
        <pc:sldMkLst>
          <pc:docMk/>
          <pc:sldMk cId="1464576455" sldId="271"/>
        </pc:sldMkLst>
      </pc:sldChg>
      <pc:sldChg chg="modSp add del mod">
        <pc:chgData name="Michael Wicki" userId="9abe09b22e4fdb5c" providerId="LiveId" clId="{12F4AE18-4666-4DEA-B19D-50408717B1E6}" dt="2024-01-27T18:15:01.767" v="3086" actId="47"/>
        <pc:sldMkLst>
          <pc:docMk/>
          <pc:sldMk cId="1782633458" sldId="272"/>
        </pc:sldMkLst>
      </pc:sldChg>
      <pc:sldChg chg="addSp modSp add mod ord">
        <pc:chgData name="Michael Wicki" userId="9abe09b22e4fdb5c" providerId="LiveId" clId="{12F4AE18-4666-4DEA-B19D-50408717B1E6}" dt="2024-01-27T15:01:59.728" v="1107" actId="1037"/>
        <pc:sldMkLst>
          <pc:docMk/>
          <pc:sldMk cId="111238206" sldId="273"/>
        </pc:sldMkLst>
      </pc:sldChg>
      <pc:sldChg chg="modSp add mod ord">
        <pc:chgData name="Michael Wicki" userId="9abe09b22e4fdb5c" providerId="LiveId" clId="{12F4AE18-4666-4DEA-B19D-50408717B1E6}" dt="2024-01-30T08:50:22.506" v="4719"/>
        <pc:sldMkLst>
          <pc:docMk/>
          <pc:sldMk cId="1910497273" sldId="274"/>
        </pc:sldMkLst>
      </pc:sldChg>
      <pc:sldChg chg="modSp add mod ord">
        <pc:chgData name="Michael Wicki" userId="9abe09b22e4fdb5c" providerId="LiveId" clId="{12F4AE18-4666-4DEA-B19D-50408717B1E6}" dt="2024-01-27T15:48:08.341" v="1462" actId="20577"/>
        <pc:sldMkLst>
          <pc:docMk/>
          <pc:sldMk cId="2639902812" sldId="275"/>
        </pc:sldMkLst>
      </pc:sldChg>
      <pc:sldChg chg="addSp delSp modSp add mod modAnim">
        <pc:chgData name="Michael Wicki" userId="9abe09b22e4fdb5c" providerId="LiveId" clId="{12F4AE18-4666-4DEA-B19D-50408717B1E6}" dt="2024-01-27T18:41:52.857" v="3775" actId="1076"/>
        <pc:sldMkLst>
          <pc:docMk/>
          <pc:sldMk cId="1899688467" sldId="276"/>
        </pc:sldMkLst>
      </pc:sldChg>
      <pc:sldChg chg="modSp add mod">
        <pc:chgData name="Michael Wicki" userId="9abe09b22e4fdb5c" providerId="LiveId" clId="{12F4AE18-4666-4DEA-B19D-50408717B1E6}" dt="2024-01-30T08:55:39.518" v="4876" actId="20577"/>
        <pc:sldMkLst>
          <pc:docMk/>
          <pc:sldMk cId="931657825" sldId="277"/>
        </pc:sldMkLst>
      </pc:sldChg>
      <pc:sldChg chg="add del">
        <pc:chgData name="Michael Wicki" userId="9abe09b22e4fdb5c" providerId="LiveId" clId="{12F4AE18-4666-4DEA-B19D-50408717B1E6}" dt="2024-01-27T15:51:03.992" v="1498" actId="47"/>
        <pc:sldMkLst>
          <pc:docMk/>
          <pc:sldMk cId="3348787744" sldId="277"/>
        </pc:sldMkLst>
      </pc:sldChg>
      <pc:sldChg chg="delSp add del mod ord delAnim">
        <pc:chgData name="Michael Wicki" userId="9abe09b22e4fdb5c" providerId="LiveId" clId="{12F4AE18-4666-4DEA-B19D-50408717B1E6}" dt="2024-01-27T16:13:29.206" v="1623" actId="47"/>
        <pc:sldMkLst>
          <pc:docMk/>
          <pc:sldMk cId="3412417297" sldId="277"/>
        </pc:sldMkLst>
      </pc:sldChg>
      <pc:sldChg chg="addSp modSp new mod">
        <pc:chgData name="Michael Wicki" userId="9abe09b22e4fdb5c" providerId="LiveId" clId="{12F4AE18-4666-4DEA-B19D-50408717B1E6}" dt="2024-01-30T09:12:19.500" v="4949" actId="20577"/>
        <pc:sldMkLst>
          <pc:docMk/>
          <pc:sldMk cId="1383627833" sldId="278"/>
        </pc:sldMkLst>
      </pc:sldChg>
      <pc:sldChg chg="addSp delSp modSp new mod modAnim">
        <pc:chgData name="Michael Wicki" userId="9abe09b22e4fdb5c" providerId="LiveId" clId="{12F4AE18-4666-4DEA-B19D-50408717B1E6}" dt="2024-01-27T16:31:08.640" v="2304" actId="14100"/>
        <pc:sldMkLst>
          <pc:docMk/>
          <pc:sldMk cId="2754557349" sldId="279"/>
        </pc:sldMkLst>
      </pc:sldChg>
      <pc:sldChg chg="addSp delSp modSp new mod">
        <pc:chgData name="Michael Wicki" userId="9abe09b22e4fdb5c" providerId="LiveId" clId="{12F4AE18-4666-4DEA-B19D-50408717B1E6}" dt="2024-01-27T16:33:22.138" v="2330" actId="33524"/>
        <pc:sldMkLst>
          <pc:docMk/>
          <pc:sldMk cId="3884583151" sldId="280"/>
        </pc:sldMkLst>
      </pc:sldChg>
      <pc:sldChg chg="addSp delSp modSp new del mod">
        <pc:chgData name="Michael Wicki" userId="9abe09b22e4fdb5c" providerId="LiveId" clId="{12F4AE18-4666-4DEA-B19D-50408717B1E6}" dt="2024-01-27T16:47:38.162" v="2387" actId="47"/>
        <pc:sldMkLst>
          <pc:docMk/>
          <pc:sldMk cId="3941096719" sldId="281"/>
        </pc:sldMkLst>
      </pc:sldChg>
      <pc:sldChg chg="new del">
        <pc:chgData name="Michael Wicki" userId="9abe09b22e4fdb5c" providerId="LiveId" clId="{12F4AE18-4666-4DEA-B19D-50408717B1E6}" dt="2024-01-27T18:14:58.739" v="3084" actId="47"/>
        <pc:sldMkLst>
          <pc:docMk/>
          <pc:sldMk cId="1521905929" sldId="282"/>
        </pc:sldMkLst>
      </pc:sldChg>
      <pc:sldChg chg="addSp delSp modSp add mod ord">
        <pc:chgData name="Michael Wicki" userId="9abe09b22e4fdb5c" providerId="LiveId" clId="{12F4AE18-4666-4DEA-B19D-50408717B1E6}" dt="2024-01-30T09:21:58.357" v="4951" actId="14100"/>
        <pc:sldMkLst>
          <pc:docMk/>
          <pc:sldMk cId="3047418885" sldId="283"/>
        </pc:sldMkLst>
      </pc:sldChg>
      <pc:sldChg chg="new del">
        <pc:chgData name="Michael Wicki" userId="9abe09b22e4fdb5c" providerId="LiveId" clId="{12F4AE18-4666-4DEA-B19D-50408717B1E6}" dt="2024-01-27T18:14:57.709" v="3083" actId="47"/>
        <pc:sldMkLst>
          <pc:docMk/>
          <pc:sldMk cId="3105354897" sldId="284"/>
        </pc:sldMkLst>
      </pc:sldChg>
      <pc:sldChg chg="addSp delSp modSp new mod ord delAnim modAnim">
        <pc:chgData name="Michael Wicki" userId="9abe09b22e4fdb5c" providerId="LiveId" clId="{12F4AE18-4666-4DEA-B19D-50408717B1E6}" dt="2024-01-27T18:43:25.040" v="3785" actId="20577"/>
        <pc:sldMkLst>
          <pc:docMk/>
          <pc:sldMk cId="49119557" sldId="285"/>
        </pc:sldMkLst>
      </pc:sldChg>
      <pc:sldChg chg="new del">
        <pc:chgData name="Michael Wicki" userId="9abe09b22e4fdb5c" providerId="LiveId" clId="{12F4AE18-4666-4DEA-B19D-50408717B1E6}" dt="2024-01-27T17:12:46.611" v="3014" actId="47"/>
        <pc:sldMkLst>
          <pc:docMk/>
          <pc:sldMk cId="344296320" sldId="285"/>
        </pc:sldMkLst>
      </pc:sldChg>
      <pc:sldChg chg="new del">
        <pc:chgData name="Michael Wicki" userId="9abe09b22e4fdb5c" providerId="LiveId" clId="{12F4AE18-4666-4DEA-B19D-50408717B1E6}" dt="2024-01-27T17:12:41.556" v="3012" actId="47"/>
        <pc:sldMkLst>
          <pc:docMk/>
          <pc:sldMk cId="4030725331" sldId="285"/>
        </pc:sldMkLst>
      </pc:sldChg>
      <pc:sldChg chg="modSp add mod">
        <pc:chgData name="Michael Wicki" userId="9abe09b22e4fdb5c" providerId="LiveId" clId="{12F4AE18-4666-4DEA-B19D-50408717B1E6}" dt="2024-01-27T18:43:30.863" v="3795" actId="20577"/>
        <pc:sldMkLst>
          <pc:docMk/>
          <pc:sldMk cId="3381949971" sldId="286"/>
        </pc:sldMkLst>
      </pc:sldChg>
      <pc:sldChg chg="modSp new mod">
        <pc:chgData name="Michael Wicki" userId="9abe09b22e4fdb5c" providerId="LiveId" clId="{12F4AE18-4666-4DEA-B19D-50408717B1E6}" dt="2024-01-27T18:18:12.747" v="3424" actId="20577"/>
        <pc:sldMkLst>
          <pc:docMk/>
          <pc:sldMk cId="3687262041" sldId="287"/>
        </pc:sldMkLst>
      </pc:sldChg>
      <pc:sldChg chg="modSp new mod ord">
        <pc:chgData name="Michael Wicki" userId="9abe09b22e4fdb5c" providerId="LiveId" clId="{12F4AE18-4666-4DEA-B19D-50408717B1E6}" dt="2024-01-30T09:24:27.022" v="5014" actId="20577"/>
        <pc:sldMkLst>
          <pc:docMk/>
          <pc:sldMk cId="1729795977" sldId="288"/>
        </pc:sldMkLst>
      </pc:sldChg>
      <pc:sldChg chg="new del">
        <pc:chgData name="Michael Wicki" userId="9abe09b22e4fdb5c" providerId="LiveId" clId="{12F4AE18-4666-4DEA-B19D-50408717B1E6}" dt="2024-01-27T18:18:57.390" v="3426" actId="47"/>
        <pc:sldMkLst>
          <pc:docMk/>
          <pc:sldMk cId="3655715734" sldId="288"/>
        </pc:sldMkLst>
      </pc:sldChg>
      <pc:sldChg chg="modSp new mod">
        <pc:chgData name="Michael Wicki" userId="9abe09b22e4fdb5c" providerId="LiveId" clId="{12F4AE18-4666-4DEA-B19D-50408717B1E6}" dt="2024-01-27T19:01:17.175" v="4583" actId="20577"/>
        <pc:sldMkLst>
          <pc:docMk/>
          <pc:sldMk cId="3606767413" sldId="289"/>
        </pc:sldMkLst>
      </pc:sldChg>
      <pc:sldChg chg="modSp new mod">
        <pc:chgData name="Michael Wicki" userId="9abe09b22e4fdb5c" providerId="LiveId" clId="{12F4AE18-4666-4DEA-B19D-50408717B1E6}" dt="2024-01-30T09:35:39.185" v="5025" actId="20577"/>
        <pc:sldMkLst>
          <pc:docMk/>
          <pc:sldMk cId="4178680484" sldId="290"/>
        </pc:sldMkLst>
      </pc:sldChg>
    </pc:docChg>
  </pc:docChgLst>
  <pc:docChgLst>
    <pc:chgData name="BBZW;FMZ; Wicki Michael (Lehrperson)" userId="3f751286-0333-4a5b-a1bf-0c4eee9565b5" providerId="ADAL" clId="{49061CF9-6DB9-4011-AA23-E57B8F60C04E}"/>
    <pc:docChg chg="undo custSel addSld delSld modSld sldOrd">
      <pc:chgData name="BBZW;FMZ; Wicki Michael (Lehrperson)" userId="3f751286-0333-4a5b-a1bf-0c4eee9565b5" providerId="ADAL" clId="{49061CF9-6DB9-4011-AA23-E57B8F60C04E}" dt="2024-02-18T16:39:32.587" v="1566" actId="179"/>
      <pc:docMkLst>
        <pc:docMk/>
      </pc:docMkLst>
      <pc:sldChg chg="modSp mod">
        <pc:chgData name="BBZW;FMZ; Wicki Michael (Lehrperson)" userId="3f751286-0333-4a5b-a1bf-0c4eee9565b5" providerId="ADAL" clId="{49061CF9-6DB9-4011-AA23-E57B8F60C04E}" dt="2024-02-18T16:32:10.905" v="1483" actId="20577"/>
        <pc:sldMkLst>
          <pc:docMk/>
          <pc:sldMk cId="4215852396" sldId="259"/>
        </pc:sldMkLst>
      </pc:sldChg>
      <pc:sldChg chg="modSp mod ord">
        <pc:chgData name="BBZW;FMZ; Wicki Michael (Lehrperson)" userId="3f751286-0333-4a5b-a1bf-0c4eee9565b5" providerId="ADAL" clId="{49061CF9-6DB9-4011-AA23-E57B8F60C04E}" dt="2024-02-18T16:29:58.217" v="1450" actId="20577"/>
        <pc:sldMkLst>
          <pc:docMk/>
          <pc:sldMk cId="2841948806" sldId="261"/>
        </pc:sldMkLst>
      </pc:sldChg>
      <pc:sldChg chg="del">
        <pc:chgData name="BBZW;FMZ; Wicki Michael (Lehrperson)" userId="3f751286-0333-4a5b-a1bf-0c4eee9565b5" providerId="ADAL" clId="{49061CF9-6DB9-4011-AA23-E57B8F60C04E}" dt="2024-02-18T16:25:20.583" v="1352" actId="47"/>
        <pc:sldMkLst>
          <pc:docMk/>
          <pc:sldMk cId="193402935" sldId="264"/>
        </pc:sldMkLst>
      </pc:sldChg>
      <pc:sldChg chg="del">
        <pc:chgData name="BBZW;FMZ; Wicki Michael (Lehrperson)" userId="3f751286-0333-4a5b-a1bf-0c4eee9565b5" providerId="ADAL" clId="{49061CF9-6DB9-4011-AA23-E57B8F60C04E}" dt="2024-02-18T15:40:01.490" v="2" actId="47"/>
        <pc:sldMkLst>
          <pc:docMk/>
          <pc:sldMk cId="4037828431" sldId="270"/>
        </pc:sldMkLst>
      </pc:sldChg>
      <pc:sldChg chg="addSp modSp add del mod ord">
        <pc:chgData name="BBZW;FMZ; Wicki Michael (Lehrperson)" userId="3f751286-0333-4a5b-a1bf-0c4eee9565b5" providerId="ADAL" clId="{49061CF9-6DB9-4011-AA23-E57B8F60C04E}" dt="2024-02-18T16:27:07.423" v="1407" actId="14100"/>
        <pc:sldMkLst>
          <pc:docMk/>
          <pc:sldMk cId="111238206" sldId="273"/>
        </pc:sldMkLst>
      </pc:sldChg>
      <pc:sldChg chg="del">
        <pc:chgData name="BBZW;FMZ; Wicki Michael (Lehrperson)" userId="3f751286-0333-4a5b-a1bf-0c4eee9565b5" providerId="ADAL" clId="{49061CF9-6DB9-4011-AA23-E57B8F60C04E}" dt="2024-02-18T15:40:14.880" v="7" actId="47"/>
        <pc:sldMkLst>
          <pc:docMk/>
          <pc:sldMk cId="1910497273" sldId="274"/>
        </pc:sldMkLst>
      </pc:sldChg>
      <pc:sldChg chg="del">
        <pc:chgData name="BBZW;FMZ; Wicki Michael (Lehrperson)" userId="3f751286-0333-4a5b-a1bf-0c4eee9565b5" providerId="ADAL" clId="{49061CF9-6DB9-4011-AA23-E57B8F60C04E}" dt="2024-02-18T15:40:02.262" v="3" actId="47"/>
        <pc:sldMkLst>
          <pc:docMk/>
          <pc:sldMk cId="2639902812" sldId="275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899688467" sldId="276"/>
        </pc:sldMkLst>
      </pc:sldChg>
      <pc:sldChg chg="addSp delSp modSp mod">
        <pc:chgData name="BBZW;FMZ; Wicki Michael (Lehrperson)" userId="3f751286-0333-4a5b-a1bf-0c4eee9565b5" providerId="ADAL" clId="{49061CF9-6DB9-4011-AA23-E57B8F60C04E}" dt="2024-02-18T16:29:31.002" v="1429" actId="948"/>
        <pc:sldMkLst>
          <pc:docMk/>
          <pc:sldMk cId="931657825" sldId="277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383627833" sldId="278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2754557349" sldId="279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884583151" sldId="280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047418885" sldId="283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49119557" sldId="285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381949971" sldId="286"/>
        </pc:sldMkLst>
      </pc:sldChg>
      <pc:sldChg chg="del">
        <pc:chgData name="BBZW;FMZ; Wicki Michael (Lehrperson)" userId="3f751286-0333-4a5b-a1bf-0c4eee9565b5" providerId="ADAL" clId="{49061CF9-6DB9-4011-AA23-E57B8F60C04E}" dt="2024-02-18T15:40:38.211" v="10" actId="47"/>
        <pc:sldMkLst>
          <pc:docMk/>
          <pc:sldMk cId="3687262041" sldId="287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729795977" sldId="288"/>
        </pc:sldMkLst>
      </pc:sldChg>
      <pc:sldChg chg="modSp mod">
        <pc:chgData name="BBZW;FMZ; Wicki Michael (Lehrperson)" userId="3f751286-0333-4a5b-a1bf-0c4eee9565b5" providerId="ADAL" clId="{49061CF9-6DB9-4011-AA23-E57B8F60C04E}" dt="2024-02-18T16:30:21.820" v="1463" actId="20577"/>
        <pc:sldMkLst>
          <pc:docMk/>
          <pc:sldMk cId="3606767413" sldId="289"/>
        </pc:sldMkLst>
      </pc:sldChg>
      <pc:sldChg chg="del">
        <pc:chgData name="BBZW;FMZ; Wicki Michael (Lehrperson)" userId="3f751286-0333-4a5b-a1bf-0c4eee9565b5" providerId="ADAL" clId="{49061CF9-6DB9-4011-AA23-E57B8F60C04E}" dt="2024-02-18T16:25:17.215" v="1350" actId="47"/>
        <pc:sldMkLst>
          <pc:docMk/>
          <pc:sldMk cId="4178680484" sldId="290"/>
        </pc:sldMkLst>
      </pc:sldChg>
      <pc:sldChg chg="del">
        <pc:chgData name="BBZW;FMZ; Wicki Michael (Lehrperson)" userId="3f751286-0333-4a5b-a1bf-0c4eee9565b5" providerId="ADAL" clId="{49061CF9-6DB9-4011-AA23-E57B8F60C04E}" dt="2024-02-18T15:40:16.364" v="8" actId="47"/>
        <pc:sldMkLst>
          <pc:docMk/>
          <pc:sldMk cId="3415275552" sldId="291"/>
        </pc:sldMkLst>
      </pc:sldChg>
      <pc:sldChg chg="del">
        <pc:chgData name="BBZW;FMZ; Wicki Michael (Lehrperson)" userId="3f751286-0333-4a5b-a1bf-0c4eee9565b5" providerId="ADAL" clId="{49061CF9-6DB9-4011-AA23-E57B8F60C04E}" dt="2024-02-18T15:40:13.179" v="6" actId="47"/>
        <pc:sldMkLst>
          <pc:docMk/>
          <pc:sldMk cId="519756182" sldId="292"/>
        </pc:sldMkLst>
      </pc:sldChg>
      <pc:sldChg chg="del">
        <pc:chgData name="BBZW;FMZ; Wicki Michael (Lehrperson)" userId="3f751286-0333-4a5b-a1bf-0c4eee9565b5" providerId="ADAL" clId="{49061CF9-6DB9-4011-AA23-E57B8F60C04E}" dt="2024-02-18T16:25:16.298" v="1349" actId="47"/>
        <pc:sldMkLst>
          <pc:docMk/>
          <pc:sldMk cId="3528841619" sldId="293"/>
        </pc:sldMkLst>
      </pc:sldChg>
      <pc:sldChg chg="del">
        <pc:chgData name="BBZW;FMZ; Wicki Michael (Lehrperson)" userId="3f751286-0333-4a5b-a1bf-0c4eee9565b5" providerId="ADAL" clId="{49061CF9-6DB9-4011-AA23-E57B8F60C04E}" dt="2024-02-18T16:25:19.457" v="1351" actId="47"/>
        <pc:sldMkLst>
          <pc:docMk/>
          <pc:sldMk cId="3176439174" sldId="294"/>
        </pc:sldMkLst>
      </pc:sldChg>
      <pc:sldChg chg="addSp modSp add mod">
        <pc:chgData name="BBZW;FMZ; Wicki Michael (Lehrperson)" userId="3f751286-0333-4a5b-a1bf-0c4eee9565b5" providerId="ADAL" clId="{49061CF9-6DB9-4011-AA23-E57B8F60C04E}" dt="2024-02-18T16:39:32.587" v="1566" actId="179"/>
        <pc:sldMkLst>
          <pc:docMk/>
          <pc:sldMk cId="864799744" sldId="295"/>
        </pc:sldMkLst>
      </pc:sldChg>
      <pc:sldChg chg="addSp modSp add mod">
        <pc:chgData name="BBZW;FMZ; Wicki Michael (Lehrperson)" userId="3f751286-0333-4a5b-a1bf-0c4eee9565b5" providerId="ADAL" clId="{49061CF9-6DB9-4011-AA23-E57B8F60C04E}" dt="2024-02-18T16:24:19.482" v="1272" actId="20577"/>
        <pc:sldMkLst>
          <pc:docMk/>
          <pc:sldMk cId="1533711411" sldId="296"/>
        </pc:sldMkLst>
      </pc:sldChg>
    </pc:docChg>
  </pc:docChgLst>
  <pc:docChgLst>
    <pc:chgData name="BBZW;FMZ; Wicki Michael (Lehrperson)" userId="3f751286-0333-4a5b-a1bf-0c4eee9565b5" providerId="ADAL" clId="{DE779135-C25E-4D3B-AE4B-AA67F91830BB}"/>
    <pc:docChg chg="undo redo custSel addSld delSld modSld">
      <pc:chgData name="BBZW;FMZ; Wicki Michael (Lehrperson)" userId="3f751286-0333-4a5b-a1bf-0c4eee9565b5" providerId="ADAL" clId="{DE779135-C25E-4D3B-AE4B-AA67F91830BB}" dt="2024-02-27T21:20:23.440" v="1911" actId="33524"/>
      <pc:docMkLst>
        <pc:docMk/>
      </pc:docMkLst>
      <pc:sldChg chg="modSp mod">
        <pc:chgData name="BBZW;FMZ; Wicki Michael (Lehrperson)" userId="3f751286-0333-4a5b-a1bf-0c4eee9565b5" providerId="ADAL" clId="{DE779135-C25E-4D3B-AE4B-AA67F91830BB}" dt="2024-02-27T19:17:12.777" v="27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DE779135-C25E-4D3B-AE4B-AA67F91830BB}" dt="2024-02-27T20:10:02.730" v="297" actId="20577"/>
        <pc:sldMkLst>
          <pc:docMk/>
          <pc:sldMk cId="2841948806" sldId="261"/>
        </pc:sldMkLst>
      </pc:sldChg>
      <pc:sldChg chg="modSp mod">
        <pc:chgData name="BBZW;FMZ; Wicki Michael (Lehrperson)" userId="3f751286-0333-4a5b-a1bf-0c4eee9565b5" providerId="ADAL" clId="{DE779135-C25E-4D3B-AE4B-AA67F91830BB}" dt="2024-02-27T19:17:58.360" v="126" actId="1038"/>
        <pc:sldMkLst>
          <pc:docMk/>
          <pc:sldMk cId="111238206" sldId="273"/>
        </pc:sldMkLst>
      </pc:sldChg>
      <pc:sldChg chg="del">
        <pc:chgData name="BBZW;FMZ; Wicki Michael (Lehrperson)" userId="3f751286-0333-4a5b-a1bf-0c4eee9565b5" providerId="ADAL" clId="{DE779135-C25E-4D3B-AE4B-AA67F91830BB}" dt="2024-02-27T19:18:32.962" v="127" actId="47"/>
        <pc:sldMkLst>
          <pc:docMk/>
          <pc:sldMk cId="931657825" sldId="277"/>
        </pc:sldMkLst>
      </pc:sldChg>
      <pc:sldChg chg="modSp mod">
        <pc:chgData name="BBZW;FMZ; Wicki Michael (Lehrperson)" userId="3f751286-0333-4a5b-a1bf-0c4eee9565b5" providerId="ADAL" clId="{DE779135-C25E-4D3B-AE4B-AA67F91830BB}" dt="2024-02-27T20:16:55.081" v="503" actId="20577"/>
        <pc:sldMkLst>
          <pc:docMk/>
          <pc:sldMk cId="3606767413" sldId="289"/>
        </pc:sldMkLst>
      </pc:sldChg>
      <pc:sldChg chg="modSp mod">
        <pc:chgData name="BBZW;FMZ; Wicki Michael (Lehrperson)" userId="3f751286-0333-4a5b-a1bf-0c4eee9565b5" providerId="ADAL" clId="{DE779135-C25E-4D3B-AE4B-AA67F91830BB}" dt="2024-02-27T21:20:23.440" v="1911" actId="33524"/>
        <pc:sldMkLst>
          <pc:docMk/>
          <pc:sldMk cId="864799744" sldId="295"/>
        </pc:sldMkLst>
      </pc:sldChg>
      <pc:sldChg chg="del">
        <pc:chgData name="BBZW;FMZ; Wicki Michael (Lehrperson)" userId="3f751286-0333-4a5b-a1bf-0c4eee9565b5" providerId="ADAL" clId="{DE779135-C25E-4D3B-AE4B-AA67F91830BB}" dt="2024-02-27T19:18:37.648" v="128" actId="47"/>
        <pc:sldMkLst>
          <pc:docMk/>
          <pc:sldMk cId="1533711411" sldId="296"/>
        </pc:sldMkLst>
      </pc:sldChg>
      <pc:sldChg chg="modSp new mod">
        <pc:chgData name="BBZW;FMZ; Wicki Michael (Lehrperson)" userId="3f751286-0333-4a5b-a1bf-0c4eee9565b5" providerId="ADAL" clId="{DE779135-C25E-4D3B-AE4B-AA67F91830BB}" dt="2024-02-27T19:19:23.217" v="132" actId="20577"/>
        <pc:sldMkLst>
          <pc:docMk/>
          <pc:sldMk cId="1991028417" sldId="296"/>
        </pc:sldMkLst>
      </pc:sldChg>
      <pc:sldChg chg="addSp modSp new mod">
        <pc:chgData name="BBZW;FMZ; Wicki Michael (Lehrperson)" userId="3f751286-0333-4a5b-a1bf-0c4eee9565b5" providerId="ADAL" clId="{DE779135-C25E-4D3B-AE4B-AA67F91830BB}" dt="2024-02-27T19:22:49.916" v="204" actId="1076"/>
        <pc:sldMkLst>
          <pc:docMk/>
          <pc:sldMk cId="1473456316" sldId="297"/>
        </pc:sldMkLst>
      </pc:sldChg>
      <pc:sldChg chg="addSp modSp new mod">
        <pc:chgData name="BBZW;FMZ; Wicki Michael (Lehrperson)" userId="3f751286-0333-4a5b-a1bf-0c4eee9565b5" providerId="ADAL" clId="{DE779135-C25E-4D3B-AE4B-AA67F91830BB}" dt="2024-02-27T19:24:49.123" v="262" actId="27636"/>
        <pc:sldMkLst>
          <pc:docMk/>
          <pc:sldMk cId="1397427180" sldId="298"/>
        </pc:sldMkLst>
      </pc:sldChg>
      <pc:sldChg chg="modSp new mod">
        <pc:chgData name="BBZW;FMZ; Wicki Michael (Lehrperson)" userId="3f751286-0333-4a5b-a1bf-0c4eee9565b5" providerId="ADAL" clId="{DE779135-C25E-4D3B-AE4B-AA67F91830BB}" dt="2024-02-27T21:17:28.229" v="1867" actId="20577"/>
        <pc:sldMkLst>
          <pc:docMk/>
          <pc:sldMk cId="1376798052" sldId="299"/>
        </pc:sldMkLst>
      </pc:sldChg>
      <pc:sldChg chg="addSp modSp add mod">
        <pc:chgData name="BBZW;FMZ; Wicki Michael (Lehrperson)" userId="3f751286-0333-4a5b-a1bf-0c4eee9565b5" providerId="ADAL" clId="{DE779135-C25E-4D3B-AE4B-AA67F91830BB}" dt="2024-02-27T21:18:47.691" v="1910" actId="1036"/>
        <pc:sldMkLst>
          <pc:docMk/>
          <pc:sldMk cId="1385793807" sldId="300"/>
        </pc:sldMkLst>
      </pc:sldChg>
      <pc:sldChg chg="new del">
        <pc:chgData name="BBZW;FMZ; Wicki Michael (Lehrperson)" userId="3f751286-0333-4a5b-a1bf-0c4eee9565b5" providerId="ADAL" clId="{DE779135-C25E-4D3B-AE4B-AA67F91830BB}" dt="2024-02-27T20:12:55.413" v="324" actId="680"/>
        <pc:sldMkLst>
          <pc:docMk/>
          <pc:sldMk cId="1394949955" sldId="300"/>
        </pc:sldMkLst>
      </pc:sldChg>
      <pc:sldChg chg="addSp modSp add mod">
        <pc:chgData name="BBZW;FMZ; Wicki Michael (Lehrperson)" userId="3f751286-0333-4a5b-a1bf-0c4eee9565b5" providerId="ADAL" clId="{DE779135-C25E-4D3B-AE4B-AA67F91830BB}" dt="2024-02-27T20:15:18.816" v="443" actId="1076"/>
        <pc:sldMkLst>
          <pc:docMk/>
          <pc:sldMk cId="733768050" sldId="301"/>
        </pc:sldMkLst>
      </pc:sldChg>
      <pc:sldChg chg="addSp modSp new mod">
        <pc:chgData name="BBZW;FMZ; Wicki Michael (Lehrperson)" userId="3f751286-0333-4a5b-a1bf-0c4eee9565b5" providerId="ADAL" clId="{DE779135-C25E-4D3B-AE4B-AA67F91830BB}" dt="2024-02-27T20:36:53.763" v="881"/>
        <pc:sldMkLst>
          <pc:docMk/>
          <pc:sldMk cId="1981356801" sldId="302"/>
        </pc:sldMkLst>
      </pc:sldChg>
      <pc:sldChg chg="addSp delSp modSp add mod">
        <pc:chgData name="BBZW;FMZ; Wicki Michael (Lehrperson)" userId="3f751286-0333-4a5b-a1bf-0c4eee9565b5" providerId="ADAL" clId="{DE779135-C25E-4D3B-AE4B-AA67F91830BB}" dt="2024-02-27T20:33:44.927" v="795" actId="478"/>
        <pc:sldMkLst>
          <pc:docMk/>
          <pc:sldMk cId="1460869136" sldId="303"/>
        </pc:sldMkLst>
      </pc:sldChg>
      <pc:sldChg chg="delSp modSp add mod">
        <pc:chgData name="BBZW;FMZ; Wicki Michael (Lehrperson)" userId="3f751286-0333-4a5b-a1bf-0c4eee9565b5" providerId="ADAL" clId="{DE779135-C25E-4D3B-AE4B-AA67F91830BB}" dt="2024-02-27T20:40:36.764" v="1020" actId="20577"/>
        <pc:sldMkLst>
          <pc:docMk/>
          <pc:sldMk cId="512937652" sldId="304"/>
        </pc:sldMkLst>
      </pc:sldChg>
      <pc:sldChg chg="modSp add del mod">
        <pc:chgData name="BBZW;FMZ; Wicki Michael (Lehrperson)" userId="3f751286-0333-4a5b-a1bf-0c4eee9565b5" providerId="ADAL" clId="{DE779135-C25E-4D3B-AE4B-AA67F91830BB}" dt="2024-02-27T20:33:12.479" v="776" actId="47"/>
        <pc:sldMkLst>
          <pc:docMk/>
          <pc:sldMk cId="620648425" sldId="304"/>
        </pc:sldMkLst>
      </pc:sldChg>
      <pc:sldChg chg="modSp new mod">
        <pc:chgData name="BBZW;FMZ; Wicki Michael (Lehrperson)" userId="3f751286-0333-4a5b-a1bf-0c4eee9565b5" providerId="ADAL" clId="{DE779135-C25E-4D3B-AE4B-AA67F91830BB}" dt="2024-02-27T20:48:16.959" v="1376" actId="27636"/>
        <pc:sldMkLst>
          <pc:docMk/>
          <pc:sldMk cId="2252117485" sldId="305"/>
        </pc:sldMkLst>
      </pc:sldChg>
    </pc:docChg>
  </pc:docChgLst>
  <pc:docChgLst>
    <pc:chgData name="Michael Wicki" userId="9abe09b22e4fdb5c" providerId="LiveId" clId="{A9872367-B0AB-463A-AAFC-A2119449FA61}"/>
    <pc:docChg chg="undo custSel addSld delSld modSld">
      <pc:chgData name="Michael Wicki" userId="9abe09b22e4fdb5c" providerId="LiveId" clId="{A9872367-B0AB-463A-AAFC-A2119449FA61}" dt="2024-01-30T20:48:10.475" v="601" actId="20577"/>
      <pc:docMkLst>
        <pc:docMk/>
      </pc:docMkLst>
      <pc:sldChg chg="addSp delSp modSp mod">
        <pc:chgData name="Michael Wicki" userId="9abe09b22e4fdb5c" providerId="LiveId" clId="{A9872367-B0AB-463A-AAFC-A2119449FA61}" dt="2024-01-29T08:25:57.861" v="231" actId="478"/>
        <pc:sldMkLst>
          <pc:docMk/>
          <pc:sldMk cId="111238206" sldId="273"/>
        </pc:sldMkLst>
      </pc:sldChg>
      <pc:sldChg chg="modSp mod">
        <pc:chgData name="Michael Wicki" userId="9abe09b22e4fdb5c" providerId="LiveId" clId="{A9872367-B0AB-463A-AAFC-A2119449FA61}" dt="2024-01-30T15:23:37.872" v="386" actId="20577"/>
        <pc:sldMkLst>
          <pc:docMk/>
          <pc:sldMk cId="1910497273" sldId="274"/>
        </pc:sldMkLst>
      </pc:sldChg>
      <pc:sldChg chg="modSp mod">
        <pc:chgData name="Michael Wicki" userId="9abe09b22e4fdb5c" providerId="LiveId" clId="{A9872367-B0AB-463A-AAFC-A2119449FA61}" dt="2024-01-29T08:11:22.367" v="222" actId="20577"/>
        <pc:sldMkLst>
          <pc:docMk/>
          <pc:sldMk cId="2639902812" sldId="275"/>
        </pc:sldMkLst>
      </pc:sldChg>
      <pc:sldChg chg="modSp mod">
        <pc:chgData name="Michael Wicki" userId="9abe09b22e4fdb5c" providerId="LiveId" clId="{A9872367-B0AB-463A-AAFC-A2119449FA61}" dt="2024-01-29T08:29:14.291" v="317" actId="113"/>
        <pc:sldMkLst>
          <pc:docMk/>
          <pc:sldMk cId="3047418885" sldId="283"/>
        </pc:sldMkLst>
      </pc:sldChg>
      <pc:sldChg chg="modSp mod">
        <pc:chgData name="Michael Wicki" userId="9abe09b22e4fdb5c" providerId="LiveId" clId="{A9872367-B0AB-463A-AAFC-A2119449FA61}" dt="2024-01-29T08:28:47.053" v="315" actId="20577"/>
        <pc:sldMkLst>
          <pc:docMk/>
          <pc:sldMk cId="3687262041" sldId="287"/>
        </pc:sldMkLst>
      </pc:sldChg>
      <pc:sldChg chg="modSp mod">
        <pc:chgData name="Michael Wicki" userId="9abe09b22e4fdb5c" providerId="LiveId" clId="{A9872367-B0AB-463A-AAFC-A2119449FA61}" dt="2024-01-30T20:45:37.815" v="430" actId="20577"/>
        <pc:sldMkLst>
          <pc:docMk/>
          <pc:sldMk cId="3606767413" sldId="289"/>
        </pc:sldMkLst>
      </pc:sldChg>
      <pc:sldChg chg="modSp new mod">
        <pc:chgData name="Michael Wicki" userId="9abe09b22e4fdb5c" providerId="LiveId" clId="{A9872367-B0AB-463A-AAFC-A2119449FA61}" dt="2024-01-29T12:56:57.080" v="318" actId="20577"/>
        <pc:sldMkLst>
          <pc:docMk/>
          <pc:sldMk cId="3415275552" sldId="291"/>
        </pc:sldMkLst>
      </pc:sldChg>
      <pc:sldChg chg="delSp modSp add mod">
        <pc:chgData name="Michael Wicki" userId="9abe09b22e4fdb5c" providerId="LiveId" clId="{A9872367-B0AB-463A-AAFC-A2119449FA61}" dt="2024-01-30T15:24:14.423" v="390" actId="20577"/>
        <pc:sldMkLst>
          <pc:docMk/>
          <pc:sldMk cId="519756182" sldId="292"/>
        </pc:sldMkLst>
      </pc:sldChg>
      <pc:sldChg chg="modSp new mod">
        <pc:chgData name="Michael Wicki" userId="9abe09b22e4fdb5c" providerId="LiveId" clId="{A9872367-B0AB-463A-AAFC-A2119449FA61}" dt="2024-01-30T20:48:06.130" v="600" actId="20577"/>
        <pc:sldMkLst>
          <pc:docMk/>
          <pc:sldMk cId="3528841619" sldId="293"/>
        </pc:sldMkLst>
      </pc:sldChg>
      <pc:sldChg chg="modSp new del mod">
        <pc:chgData name="Michael Wicki" userId="9abe09b22e4fdb5c" providerId="LiveId" clId="{A9872367-B0AB-463A-AAFC-A2119449FA61}" dt="2024-01-30T20:47:19.874" v="523" actId="680"/>
        <pc:sldMkLst>
          <pc:docMk/>
          <pc:sldMk cId="2922885528" sldId="294"/>
        </pc:sldMkLst>
      </pc:sldChg>
      <pc:sldChg chg="modSp new mod">
        <pc:chgData name="Michael Wicki" userId="9abe09b22e4fdb5c" providerId="LiveId" clId="{A9872367-B0AB-463A-AAFC-A2119449FA61}" dt="2024-01-30T20:48:10.475" v="601" actId="20577"/>
        <pc:sldMkLst>
          <pc:docMk/>
          <pc:sldMk cId="3176439174" sldId="29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B0177-EEAD-467F-A696-33021A3737BE}" type="datetimeFigureOut">
              <a:rPr lang="de-CH" smtClean="0"/>
              <a:t>22.09.2025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6137-33AE-42AD-9CFF-625B8FDFB1A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4509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5E307-2EED-41DC-B960-7F893A5ED0C7}" type="datetimeFigureOut">
              <a:rPr lang="de-CH" smtClean="0"/>
              <a:t>22.09.2025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FF4FE-F8FC-4C1D-BEE1-E343905C33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752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Abse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3338338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22.09.2025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2402338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199" y="964574"/>
            <a:ext cx="6242919" cy="10948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r>
              <a:rPr lang="de-CH" b="1"/>
              <a:t>Organisation</a:t>
            </a:r>
          </a:p>
        </p:txBody>
      </p:sp>
    </p:spTree>
    <p:extLst>
      <p:ext uri="{BB962C8B-B14F-4D97-AF65-F5344CB8AC3E}">
        <p14:creationId xmlns:p14="http://schemas.microsoft.com/office/powerpoint/2010/main" val="1996287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1872000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22.09.2025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8058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9200" y="1872000"/>
            <a:ext cx="11160000" cy="4320000"/>
          </a:xfr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5AC23F4F-66B7-46A3-AB40-3D776688B753}" type="datetime1">
              <a:rPr lang="de-CH" smtClean="0"/>
              <a:t>22.09.2025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4301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349200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4589463"/>
            <a:ext cx="11160000" cy="154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22.09.2025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3015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19200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9999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22.09.2025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194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200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299999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9859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22.09.2025</a:t>
            </a:fld>
            <a:endParaRPr lang="de-CH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491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22.09.2025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3001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22.09.2025</a:t>
            </a:fld>
            <a:endParaRPr lang="de-CH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894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1008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40000" y="2159999"/>
            <a:ext cx="6731999" cy="396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60000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22.09.2025</a:t>
            </a:fld>
            <a:endParaRPr lang="de-CH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8942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932000" y="936000"/>
            <a:ext cx="6840000" cy="5183998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59998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4140000" cy="10133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22.09.2025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321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zt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200" y="964575"/>
            <a:ext cx="11160000" cy="18000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/>
            </a:lvl1pPr>
          </a:lstStyle>
          <a:p>
            <a:pPr lvl="0"/>
            <a:r>
              <a:rPr lang="de-DE"/>
              <a:t>Departement</a:t>
            </a:r>
          </a:p>
          <a:p>
            <a:pPr lvl="0"/>
            <a:r>
              <a:rPr lang="de-DE"/>
              <a:t>Organisation</a:t>
            </a:r>
          </a:p>
          <a:p>
            <a:pPr lvl="0"/>
            <a:r>
              <a:rPr lang="de-DE"/>
              <a:t>URL…</a:t>
            </a:r>
            <a:endParaRPr lang="de-CH"/>
          </a:p>
          <a:p>
            <a:pPr lvl="0"/>
            <a:endParaRPr lang="de-CH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19200" y="3240000"/>
            <a:ext cx="11160000" cy="1440000"/>
          </a:xfrm>
        </p:spPr>
        <p:txBody>
          <a:bodyPr/>
          <a:lstStyle>
            <a:lvl1pPr marL="0" indent="0" algn="ctr">
              <a:buNone/>
              <a:defRPr i="1" baseline="0">
                <a:solidFill>
                  <a:srgbClr val="009FE3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de-DE"/>
              <a:t>Schlusssatz, Handlungsaufforderung (opt.)</a:t>
            </a:r>
            <a:endParaRPr lang="de-CH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22.09.2025</a:t>
            </a:fld>
            <a:endParaRPr lang="de-CH"/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3008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872000"/>
            <a:ext cx="11160000" cy="43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192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A72A3-220D-48A9-B693-AB7431F73DEE}" type="datetime1">
              <a:rPr lang="de-CH" smtClean="0"/>
              <a:t>22.09.2025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232000" y="6372000"/>
            <a:ext cx="79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320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1216800" cy="36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8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0082C7"/>
        </a:buClr>
        <a:buSzPct val="80000"/>
        <a:buFontTx/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3" userDrawn="1">
          <p15:clr>
            <a:srgbClr val="F26B43"/>
          </p15:clr>
        </p15:guide>
        <p15:guide id="2" pos="619" userDrawn="1">
          <p15:clr>
            <a:srgbClr val="F26B43"/>
          </p15:clr>
        </p15:guide>
        <p15:guide id="3" pos="7151" userDrawn="1">
          <p15:clr>
            <a:srgbClr val="F26B43"/>
          </p15:clr>
        </p15:guide>
        <p15:guide id="4" orient="horz" pos="38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.m293.bbzwinf.ch/#/aufgaben/floats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type="subTitle" idx="1"/>
          </p:nvPr>
        </p:nvSpPr>
        <p:spPr>
          <a:xfrm>
            <a:off x="619200" y="2875004"/>
            <a:ext cx="11160000" cy="3583459"/>
          </a:xfrm>
        </p:spPr>
        <p:txBody>
          <a:bodyPr/>
          <a:lstStyle/>
          <a:p>
            <a:r>
              <a:rPr lang="de-CH" altLang="de-DE">
                <a:solidFill>
                  <a:schemeClr val="tx1"/>
                </a:solidFill>
              </a:rPr>
              <a:t>Modul 293</a:t>
            </a:r>
          </a:p>
          <a:p>
            <a:r>
              <a:rPr lang="de-CH">
                <a:solidFill>
                  <a:schemeClr val="tx1"/>
                </a:solidFill>
              </a:rPr>
              <a:t>Webauftritt erstellen und veröffentlichen​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19200" y="935999"/>
            <a:ext cx="11160000" cy="1675396"/>
          </a:xfrm>
        </p:spPr>
        <p:txBody>
          <a:bodyPr/>
          <a:lstStyle/>
          <a:p>
            <a:r>
              <a:rPr lang="de-CH" dirty="0"/>
              <a:t>05 Box Model / </a:t>
            </a:r>
            <a:r>
              <a:rPr lang="de-CH" dirty="0" err="1"/>
              <a:t>Floats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1585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Anwesenheitskontrolle</a:t>
            </a:r>
          </a:p>
          <a:p>
            <a:r>
              <a:rPr lang="de-CH" dirty="0"/>
              <a:t>Theorie Box Model</a:t>
            </a:r>
          </a:p>
          <a:p>
            <a:r>
              <a:rPr lang="de-CH" dirty="0"/>
              <a:t>Theorie </a:t>
            </a:r>
            <a:r>
              <a:rPr lang="de-CH" dirty="0" err="1"/>
              <a:t>Floats</a:t>
            </a:r>
            <a:endParaRPr lang="de-CH" dirty="0"/>
          </a:p>
          <a:p>
            <a:r>
              <a:rPr lang="de-CH" dirty="0"/>
              <a:t>Auftrag</a:t>
            </a:r>
          </a:p>
          <a:p>
            <a:endParaRPr lang="de-CH" dirty="0"/>
          </a:p>
          <a:p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/>
              <a:t>18.02.2024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Themen</a:t>
            </a:r>
          </a:p>
        </p:txBody>
      </p:sp>
    </p:spTree>
    <p:extLst>
      <p:ext uri="{BB962C8B-B14F-4D97-AF65-F5344CB8AC3E}">
        <p14:creationId xmlns:p14="http://schemas.microsoft.com/office/powerpoint/2010/main" val="2841948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22.09.2025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3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Überblick Modulinhalte / Grobplanung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A38C852-A56D-A1E0-D3BE-3617EBD7E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24" y="1742872"/>
            <a:ext cx="10905473" cy="3667327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A523CC88-9A9F-E6FC-D3D8-03B366DE5F5E}"/>
              </a:ext>
            </a:extLst>
          </p:cNvPr>
          <p:cNvSpPr/>
          <p:nvPr/>
        </p:nvSpPr>
        <p:spPr>
          <a:xfrm>
            <a:off x="4901699" y="3629491"/>
            <a:ext cx="3851776" cy="47578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123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1D20176-0E6A-D703-AAE4-D2275DA70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22.09.2025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136E60A-F878-8A94-EF70-819856DC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7B6AD3-A7FC-6C3A-7BDA-C8938E2D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4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53D80F4-BC93-5DB1-0DC9-32300B4C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Das CSS Box Modell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3553964-58D7-A7C5-5ED1-F5C2879AB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69" y="1642004"/>
            <a:ext cx="8513799" cy="390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03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3D26CA-55E3-0982-BC17-1071626F9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22.09.2025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B72010-B154-7AB1-B028-570AB003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BC4658-9606-91D0-8AA3-8EAB4AA02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5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EECBF26-27E6-A117-1E29-20B3B5B6B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Analogie für das CSS Box Modell</a:t>
            </a:r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69AB78E-D150-7A5C-D7DD-C2ADE4F69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" y="1656000"/>
            <a:ext cx="8460940" cy="448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08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A6D2ACE-DAC3-285D-58E0-6E9B5601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22.09.2025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239D30-85BB-11C4-EDE7-1B490C39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E02306-C21A-4763-485B-75CF404B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6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FF69F55-B092-A9A7-A742-B290D870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Berechnung der Elementhöhe &amp; Breite</a:t>
            </a:r>
            <a:endParaRPr lang="de-CH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4B68F895-AE30-2E13-9963-E61C65FF4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200" y="1656000"/>
            <a:ext cx="11052310" cy="431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71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24F5B69-2E7F-1681-2516-DD011879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22.09.2025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86CF3A-2AE3-B7E7-85DD-EF240E7B4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46485A-9D5A-369E-F50D-35C008D73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7</a:t>
            </a:fld>
            <a:endParaRPr lang="de-CH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DEE9D8F-A849-24BC-1754-5EAEA13A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Vertical</a:t>
            </a:r>
            <a:r>
              <a:rPr lang="de-CH" dirty="0"/>
              <a:t> </a:t>
            </a:r>
            <a:r>
              <a:rPr lang="de-CH" dirty="0" err="1"/>
              <a:t>margin</a:t>
            </a:r>
            <a:r>
              <a:rPr lang="de-CH" dirty="0"/>
              <a:t> </a:t>
            </a:r>
            <a:r>
              <a:rPr lang="de-CH" dirty="0" err="1"/>
              <a:t>collapse</a:t>
            </a:r>
            <a:r>
              <a:rPr lang="de-CH" dirty="0"/>
              <a:t> (zusammenfallen)</a:t>
            </a:r>
          </a:p>
        </p:txBody>
      </p:sp>
      <p:pic>
        <p:nvPicPr>
          <p:cNvPr id="1026" name="Picture 2" descr="Diagram: comparison of an uncollapsed vertical margin with a collapsed vertical margin">
            <a:extLst>
              <a:ext uri="{FF2B5EF4-FFF2-40B4-BE49-F238E27FC236}">
                <a16:creationId xmlns:a16="http://schemas.microsoft.com/office/drawing/2014/main" id="{51A25784-C0E9-BAF1-85C3-89C218DA40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00" y="1656000"/>
            <a:ext cx="6206303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A372A6EE-709D-5FFF-2218-51C13E1D51FE}"/>
              </a:ext>
            </a:extLst>
          </p:cNvPr>
          <p:cNvSpPr txBox="1">
            <a:spLocks/>
          </p:cNvSpPr>
          <p:nvPr/>
        </p:nvSpPr>
        <p:spPr>
          <a:xfrm>
            <a:off x="7050024" y="1699282"/>
            <a:ext cx="4729176" cy="43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82C7"/>
              </a:buClr>
              <a:buSzPct val="80000"/>
              <a:buFontTx/>
              <a:buBlip>
                <a:blip r:embed="rId3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3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3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3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3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/>
              <a:t>Kann helfen, wenn man viele Elemente hat, aber einfach einen Mindestabstand definieren möchte</a:t>
            </a:r>
          </a:p>
          <a:p>
            <a:r>
              <a:rPr lang="de-CH" dirty="0"/>
              <a:t>Kann aber auch unerwünscht sein</a:t>
            </a:r>
            <a:br>
              <a:rPr lang="de-CH" dirty="0"/>
            </a:br>
            <a:r>
              <a:rPr lang="de-CH" dirty="0">
                <a:sym typeface="Wingdings" panose="05000000000000000000" pitchFamily="2" charset="2"/>
              </a:rPr>
              <a:t> dann ein unsichtbares Element dazwischen legen</a:t>
            </a:r>
            <a:endParaRPr lang="de-CH" dirty="0"/>
          </a:p>
          <a:p>
            <a:endParaRPr lang="de-CH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4E30253-2CB3-DD20-4649-A9427BA85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072" y="5522783"/>
            <a:ext cx="4014216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33649E"/>
                </a:solidFill>
                <a:effectLst/>
                <a:latin typeface="RysLatinModernMono"/>
              </a:rPr>
              <a:t>&lt;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3D7CC6"/>
                </a:solidFill>
                <a:effectLst/>
                <a:latin typeface="RysLatinModernMono"/>
              </a:rPr>
              <a:t>div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33649E"/>
                </a:solidFill>
                <a:effectLst/>
                <a:latin typeface="RysLatinModernMono"/>
              </a:rPr>
              <a:t> style=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CA6B15"/>
                </a:solidFill>
                <a:effectLst/>
                <a:latin typeface="RysLatinModernMono"/>
              </a:rPr>
              <a:t>'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rgbClr val="CA6B15"/>
                </a:solidFill>
                <a:effectLst/>
                <a:latin typeface="RysLatinModernMono"/>
              </a:rPr>
              <a:t>padding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CA6B15"/>
                </a:solidFill>
                <a:effectLst/>
                <a:latin typeface="RysLatinModernMono"/>
              </a:rPr>
              <a:t>-top: 1px'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33649E"/>
                </a:solidFill>
                <a:effectLst/>
                <a:latin typeface="RysLatinModernMono"/>
              </a:rPr>
              <a:t>&gt;&lt;/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3D7CC6"/>
                </a:solidFill>
                <a:effectLst/>
                <a:latin typeface="RysLatinModernMono"/>
              </a:rPr>
              <a:t>div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33649E"/>
                </a:solidFill>
                <a:effectLst/>
                <a:latin typeface="RysLatinModernMono"/>
              </a:rPr>
              <a:t>&gt;</a:t>
            </a:r>
            <a:endParaRPr kumimoji="0" lang="de-DE" altLang="de-DE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346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6ABE5D7-4B4F-B3EB-57B7-6EB862B2E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Standardmässig ist der Aufbau in HTML so, dass alle Inhalte im vertikalen Standardfluss angeordnet werden.</a:t>
            </a:r>
          </a:p>
          <a:p>
            <a:r>
              <a:rPr lang="de-CH" dirty="0"/>
              <a:t>Die </a:t>
            </a:r>
            <a:r>
              <a:rPr lang="de-CH" dirty="0" err="1"/>
              <a:t>float</a:t>
            </a:r>
            <a:r>
              <a:rPr lang="de-CH" dirty="0"/>
              <a:t>-Eigenschaft wurde ursprünglich eingeführt,</a:t>
            </a:r>
            <a:br>
              <a:rPr lang="de-CH" dirty="0"/>
            </a:br>
            <a:r>
              <a:rPr lang="de-CH" dirty="0"/>
              <a:t>um Texte um Bilder herumfließen zu lassen.</a:t>
            </a:r>
          </a:p>
          <a:p>
            <a:r>
              <a:rPr lang="de-CH" dirty="0"/>
              <a:t>Mit „</a:t>
            </a:r>
            <a:r>
              <a:rPr lang="de-CH" dirty="0" err="1"/>
              <a:t>Floats</a:t>
            </a:r>
            <a:r>
              <a:rPr lang="de-CH" dirty="0"/>
              <a:t>“ können Elemente auf Blockebene</a:t>
            </a:r>
            <a:br>
              <a:rPr lang="de-CH" dirty="0"/>
            </a:br>
            <a:r>
              <a:rPr lang="de-CH" dirty="0"/>
              <a:t>nebeneinander statt übereinander platziert werden.</a:t>
            </a:r>
          </a:p>
          <a:p>
            <a:r>
              <a:rPr lang="de-CH" dirty="0"/>
              <a:t>Damit können viele Arten von Layouts erstellt werden.</a:t>
            </a:r>
            <a:br>
              <a:rPr lang="de-CH" dirty="0"/>
            </a:br>
            <a:r>
              <a:rPr lang="de-CH" dirty="0"/>
              <a:t>Z.B. Seitenleisten, mehrspaltige Seiten, Raster und</a:t>
            </a:r>
            <a:br>
              <a:rPr lang="de-CH" dirty="0"/>
            </a:br>
            <a:r>
              <a:rPr lang="de-CH" dirty="0"/>
              <a:t>magazinartige Artikel mit Text, der um ein Bild</a:t>
            </a:r>
            <a:br>
              <a:rPr lang="de-CH" dirty="0"/>
            </a:br>
            <a:r>
              <a:rPr lang="de-CH" dirty="0"/>
              <a:t>herumfliesst. </a:t>
            </a:r>
          </a:p>
          <a:p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F7FDE41-CC4D-B1CF-4D80-715727F57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22.09.2025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FCC5F7-1D9F-6C53-48E6-8CD6C505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1CC4817-6459-6EB3-F4BB-A8DBDBCE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8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E6CC556-F233-C1E3-5FC8-304615599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Floats</a:t>
            </a:r>
            <a:endParaRPr lang="de-CH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38FA434-DB13-33F5-0B5B-3EFC4028C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121" y="2642853"/>
            <a:ext cx="1944679" cy="1572294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46741553-00F2-F28D-716E-0C5EA9C75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293" y="4604084"/>
            <a:ext cx="1938507" cy="146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92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F73A71F-80FC-5077-0AAA-5430BC460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Mit </a:t>
            </a:r>
            <a:r>
              <a:rPr lang="de-DE" b="1" dirty="0"/>
              <a:t>float</a:t>
            </a:r>
            <a:r>
              <a:rPr lang="de-DE" dirty="0"/>
              <a:t> wird gesteuert, wie ein Element im Layout ausgerichtet wird.</a:t>
            </a:r>
          </a:p>
          <a:p>
            <a:r>
              <a:rPr lang="de-DE" dirty="0"/>
              <a:t>Ein gefloatetes Element wird dabei </a:t>
            </a:r>
            <a:r>
              <a:rPr lang="de-DE" b="1" dirty="0"/>
              <a:t>aus dem normalen Dokumentenfluss genommen</a:t>
            </a:r>
            <a:r>
              <a:rPr lang="de-DE" dirty="0"/>
              <a:t> und seitlich (links oder rechts) positioniert. Nachfolgende Inhalte </a:t>
            </a:r>
            <a:r>
              <a:rPr lang="de-DE" dirty="0" err="1"/>
              <a:t>fliessen</a:t>
            </a:r>
            <a:r>
              <a:rPr lang="de-DE" dirty="0"/>
              <a:t> dann </a:t>
            </a:r>
            <a:r>
              <a:rPr lang="de-DE" b="1" dirty="0"/>
              <a:t>neben</a:t>
            </a:r>
            <a:r>
              <a:rPr lang="de-DE" dirty="0"/>
              <a:t> dem gefloateten Element.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4544C62-CA5B-BF23-0BC2-98E3E496E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22.09.2025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EE85B3-870B-5186-2FF0-D95AE7896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25E6FF-3C5B-5917-33F1-58A835B1A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9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198B597-F320-AC65-43EE-F6A74FB0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Floats</a:t>
            </a:r>
            <a:r>
              <a:rPr lang="de-CH" dirty="0"/>
              <a:t>, was bedeutet das?</a:t>
            </a:r>
          </a:p>
        </p:txBody>
      </p:sp>
    </p:spTree>
    <p:extLst>
      <p:ext uri="{BB962C8B-B14F-4D97-AF65-F5344CB8AC3E}">
        <p14:creationId xmlns:p14="http://schemas.microsoft.com/office/powerpoint/2010/main" val="959432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3C24FFB-F8D2-F821-598C-376230B23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none</a:t>
            </a:r>
            <a:r>
              <a:rPr lang="de-DE" dirty="0"/>
              <a:t> (Standardwert)</a:t>
            </a:r>
          </a:p>
          <a:p>
            <a:pPr lvl="1"/>
            <a:r>
              <a:rPr lang="de-DE" dirty="0"/>
              <a:t>Das Element bleibt im normalen vertikalen Dokumentenfluss.</a:t>
            </a:r>
          </a:p>
          <a:p>
            <a:r>
              <a:rPr lang="de-DE" dirty="0" err="1"/>
              <a:t>left</a:t>
            </a:r>
            <a:endParaRPr lang="de-DE" dirty="0"/>
          </a:p>
          <a:p>
            <a:pPr lvl="1"/>
            <a:r>
              <a:rPr lang="de-DE" dirty="0"/>
              <a:t>Das Element wird nach links verschoben.</a:t>
            </a:r>
          </a:p>
          <a:p>
            <a:pPr lvl="1"/>
            <a:r>
              <a:rPr lang="de-DE" dirty="0"/>
              <a:t>Nachfolgende Inhalte </a:t>
            </a:r>
            <a:r>
              <a:rPr lang="de-DE" dirty="0" err="1"/>
              <a:t>fliessen</a:t>
            </a:r>
            <a:r>
              <a:rPr lang="de-DE" dirty="0"/>
              <a:t> rechts daneben.</a:t>
            </a:r>
          </a:p>
          <a:p>
            <a:r>
              <a:rPr lang="de-DE" dirty="0" err="1"/>
              <a:t>right</a:t>
            </a:r>
            <a:endParaRPr lang="de-DE" dirty="0"/>
          </a:p>
          <a:p>
            <a:pPr lvl="1"/>
            <a:r>
              <a:rPr lang="de-DE" dirty="0"/>
              <a:t>Das Element wird nach rechts verschoben.</a:t>
            </a:r>
          </a:p>
          <a:p>
            <a:pPr lvl="1"/>
            <a:r>
              <a:rPr lang="de-DE" dirty="0"/>
              <a:t>Nachfolgende Inhalte </a:t>
            </a:r>
            <a:r>
              <a:rPr lang="de-DE" dirty="0" err="1"/>
              <a:t>fliessen</a:t>
            </a:r>
            <a:r>
              <a:rPr lang="de-DE" dirty="0"/>
              <a:t> links daneben.</a:t>
            </a:r>
          </a:p>
          <a:p>
            <a:r>
              <a:rPr lang="de-DE" dirty="0" err="1"/>
              <a:t>inherit</a:t>
            </a:r>
            <a:endParaRPr lang="de-DE" dirty="0"/>
          </a:p>
          <a:p>
            <a:pPr lvl="1"/>
            <a:r>
              <a:rPr lang="de-DE" dirty="0"/>
              <a:t>Das Element übernimmt den Wert von </a:t>
            </a:r>
            <a:r>
              <a:rPr lang="de-DE" dirty="0" err="1"/>
              <a:t>float</a:t>
            </a:r>
            <a:r>
              <a:rPr lang="de-DE" dirty="0"/>
              <a:t> aus seinem übergeordneten Element.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BAF5D6-01CB-A8A7-ACB7-B8B7DC4D8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22.09.2025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947047-7BF2-52ED-6B7B-1D224E495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E8EA632-E6F9-41CE-B4EE-BC6D50277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10</a:t>
            </a:fld>
            <a:endParaRPr lang="de-CH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B9A4EE2-85B5-EF3E-EB8D-8A8F8F79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Floats</a:t>
            </a:r>
            <a:r>
              <a:rPr lang="de-CH" dirty="0"/>
              <a:t> anwenden - Werte von </a:t>
            </a:r>
            <a:r>
              <a:rPr lang="de-CH" dirty="0" err="1"/>
              <a:t>float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40477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6C6BCDD-006D-1F9D-DC34-A1F23FD06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de-DE" dirty="0"/>
              <a:t>Die CSS-Eigenschaft </a:t>
            </a:r>
            <a:r>
              <a:rPr lang="de-DE" b="1" dirty="0">
                <a:latin typeface="Consolas" panose="020B0609020204030204" pitchFamily="49" charset="0"/>
              </a:rPr>
              <a:t>clear</a:t>
            </a:r>
            <a:r>
              <a:rPr lang="de-DE" dirty="0"/>
              <a:t> wird verwendet, um zu steuern, </a:t>
            </a:r>
            <a:r>
              <a:rPr lang="de-DE" b="1" dirty="0"/>
              <a:t>auf welcher Seite </a:t>
            </a:r>
            <a:r>
              <a:rPr lang="de-DE" dirty="0"/>
              <a:t>eines Elements </a:t>
            </a:r>
            <a:r>
              <a:rPr lang="de-DE" b="1" dirty="0"/>
              <a:t>kein </a:t>
            </a:r>
            <a:r>
              <a:rPr lang="de-DE" b="1" dirty="0" err="1"/>
              <a:t>Float</a:t>
            </a:r>
            <a:r>
              <a:rPr lang="de-DE" b="1" dirty="0"/>
              <a:t> stehen darf</a:t>
            </a:r>
            <a:r>
              <a:rPr lang="de-DE" dirty="0"/>
              <a:t>.</a:t>
            </a:r>
          </a:p>
          <a:p>
            <a:pPr>
              <a:lnSpc>
                <a:spcPct val="120000"/>
              </a:lnSpc>
            </a:pPr>
            <a:r>
              <a:rPr lang="de-DE" b="1" dirty="0" err="1">
                <a:latin typeface="Consolas" panose="020B0609020204030204" pitchFamily="49" charset="0"/>
              </a:rPr>
              <a:t>clear</a:t>
            </a:r>
            <a:r>
              <a:rPr lang="de-DE" dirty="0"/>
              <a:t> kann genutzt werden, damit ein nachfolgendes Element wieder </a:t>
            </a:r>
            <a:r>
              <a:rPr lang="de-DE" b="1" dirty="0"/>
              <a:t>unterhalb</a:t>
            </a:r>
            <a:r>
              <a:rPr lang="de-DE" dirty="0"/>
              <a:t> der gefloateten Elemente erscheint.</a:t>
            </a:r>
          </a:p>
          <a:p>
            <a:endParaRPr lang="de-CH" dirty="0"/>
          </a:p>
          <a:p>
            <a:pPr>
              <a:lnSpc>
                <a:spcPct val="120000"/>
              </a:lnSpc>
            </a:pPr>
            <a:r>
              <a:rPr lang="de-CH" b="1" dirty="0" err="1"/>
              <a:t>none</a:t>
            </a:r>
            <a:r>
              <a:rPr lang="de-CH" dirty="0"/>
              <a:t> Standardwert.</a:t>
            </a:r>
            <a:br>
              <a:rPr lang="de-CH" dirty="0"/>
            </a:br>
            <a:r>
              <a:rPr lang="de-CH" dirty="0"/>
              <a:t>Das Element berücksichtigt </a:t>
            </a:r>
            <a:r>
              <a:rPr lang="de-CH" dirty="0" err="1"/>
              <a:t>Floats</a:t>
            </a:r>
            <a:r>
              <a:rPr lang="de-CH" dirty="0"/>
              <a:t> nicht speziell und kann direkt neben gefloateten Elementen stehen.</a:t>
            </a:r>
          </a:p>
          <a:p>
            <a:pPr>
              <a:lnSpc>
                <a:spcPct val="120000"/>
              </a:lnSpc>
            </a:pPr>
            <a:r>
              <a:rPr lang="de-CH" b="1" dirty="0" err="1"/>
              <a:t>left</a:t>
            </a:r>
            <a:r>
              <a:rPr lang="de-CH" b="1" dirty="0"/>
              <a:t> / </a:t>
            </a:r>
            <a:r>
              <a:rPr lang="de-CH" b="1" dirty="0" err="1"/>
              <a:t>right</a:t>
            </a:r>
            <a:br>
              <a:rPr lang="de-CH" dirty="0"/>
            </a:br>
            <a:r>
              <a:rPr lang="de-CH" dirty="0"/>
              <a:t>Das Element wird unterhalb aller links bzw. rechts gefloateten Elemente positioniert.</a:t>
            </a:r>
          </a:p>
          <a:p>
            <a:pPr>
              <a:lnSpc>
                <a:spcPct val="120000"/>
              </a:lnSpc>
            </a:pPr>
            <a:r>
              <a:rPr lang="de-CH" b="1" dirty="0" err="1"/>
              <a:t>both</a:t>
            </a:r>
            <a:br>
              <a:rPr lang="de-CH" dirty="0"/>
            </a:br>
            <a:r>
              <a:rPr lang="de-CH" dirty="0"/>
              <a:t>Das Element wird unterhalb aller links und rechts gefloateten Elemente positioniert.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551824B-1377-4FF1-4137-89C9169C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22.09.2025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59B8C7D-3936-100C-14A7-6175D255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8FBA40-11D2-FB25-B7A4-9B2D2C34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11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7C4EB9B-ACF2-38A6-14F0-DA289C2E2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Floats</a:t>
            </a:r>
            <a:r>
              <a:rPr lang="de-CH" dirty="0"/>
              <a:t> "</a:t>
            </a:r>
            <a:r>
              <a:rPr lang="de-CH" dirty="0" err="1"/>
              <a:t>clearen</a:t>
            </a:r>
            <a:r>
              <a:rPr lang="de-CH" dirty="0"/>
              <a:t>"	</a:t>
            </a:r>
          </a:p>
        </p:txBody>
      </p:sp>
    </p:spTree>
    <p:extLst>
      <p:ext uri="{BB962C8B-B14F-4D97-AF65-F5344CB8AC3E}">
        <p14:creationId xmlns:p14="http://schemas.microsoft.com/office/powerpoint/2010/main" val="1902217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A9C37B5-697D-940F-9DA3-6F407BD95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b="1" dirty="0"/>
              <a:t>Problem: Eltern-Element kollabiert</a:t>
            </a:r>
            <a:br>
              <a:rPr lang="de-CH" dirty="0"/>
            </a:br>
            <a:r>
              <a:rPr lang="de-CH" dirty="0"/>
              <a:t>Wenn alle Kind-Elemente </a:t>
            </a:r>
            <a:r>
              <a:rPr lang="de-CH" dirty="0" err="1"/>
              <a:t>float</a:t>
            </a:r>
            <a:r>
              <a:rPr lang="de-CH" dirty="0"/>
              <a:t>-Eigenschaften haben, kann es passieren, dass das Elternelement keine Höhe mehr bekommt.</a:t>
            </a:r>
          </a:p>
          <a:p>
            <a:endParaRPr lang="de-CH" dirty="0"/>
          </a:p>
          <a:p>
            <a:r>
              <a:rPr lang="de-CH" dirty="0"/>
              <a:t>Lösung:</a:t>
            </a:r>
            <a:br>
              <a:rPr lang="de-CH" dirty="0"/>
            </a:br>
            <a:r>
              <a:rPr lang="de-CH" dirty="0"/>
              <a:t>.</a:t>
            </a:r>
            <a:r>
              <a:rPr lang="de-CH" dirty="0" err="1"/>
              <a:t>container</a:t>
            </a:r>
            <a:r>
              <a:rPr lang="de-CH" dirty="0"/>
              <a:t> {</a:t>
            </a:r>
            <a:br>
              <a:rPr lang="de-CH" dirty="0"/>
            </a:br>
            <a:r>
              <a:rPr lang="de-CH" dirty="0"/>
              <a:t>    </a:t>
            </a:r>
            <a:r>
              <a:rPr lang="de-CH" dirty="0" err="1"/>
              <a:t>overflow</a:t>
            </a:r>
            <a:r>
              <a:rPr lang="de-CH" dirty="0"/>
              <a:t>: </a:t>
            </a:r>
            <a:r>
              <a:rPr lang="de-CH" dirty="0" err="1"/>
              <a:t>hidden</a:t>
            </a:r>
            <a:r>
              <a:rPr lang="de-CH" dirty="0"/>
              <a:t>;</a:t>
            </a:r>
            <a:br>
              <a:rPr lang="de-CH" dirty="0"/>
            </a:br>
            <a:r>
              <a:rPr lang="de-CH" dirty="0"/>
              <a:t>}</a:t>
            </a:r>
          </a:p>
          <a:p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D0AFFB-3708-B219-9E78-B76C40BC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22.09.2025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53E834A-75BE-D536-5855-8FEE8A9E2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3471303-A86D-7A24-3DA6-E2AA11E9C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12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5039DE8-A98C-1FD0-0A96-622370BD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Probleme und Lösungen mit </a:t>
            </a:r>
            <a:r>
              <a:rPr lang="de-CH" dirty="0" err="1"/>
              <a:t>Floats</a:t>
            </a:r>
            <a:endParaRPr lang="de-CH" dirty="0"/>
          </a:p>
        </p:txBody>
      </p:sp>
      <p:pic>
        <p:nvPicPr>
          <p:cNvPr id="3074" name="Picture 2" descr="CSS Floats erklaert">
            <a:extLst>
              <a:ext uri="{FF2B5EF4-FFF2-40B4-BE49-F238E27FC236}">
                <a16:creationId xmlns:a16="http://schemas.microsoft.com/office/drawing/2014/main" id="{5333D8A6-B289-652C-34AE-036E97086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8486" y="3691809"/>
            <a:ext cx="3385936" cy="176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6451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0298D-2DB3-7255-E37A-99A4D757E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6BA1685-3FCF-62A7-F7A4-5F10A3131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CH" b="1" dirty="0"/>
              <a:t>Problem: Elemente überlappen sich</a:t>
            </a:r>
            <a:br>
              <a:rPr lang="de-CH" b="1" dirty="0"/>
            </a:br>
            <a:r>
              <a:rPr lang="de-CH" dirty="0"/>
              <a:t>Wenn ein Element </a:t>
            </a:r>
            <a:r>
              <a:rPr lang="de-CH" dirty="0" err="1"/>
              <a:t>float</a:t>
            </a:r>
            <a:r>
              <a:rPr lang="de-CH" dirty="0"/>
              <a:t>: </a:t>
            </a:r>
            <a:r>
              <a:rPr lang="de-CH" dirty="0" err="1"/>
              <a:t>left</a:t>
            </a:r>
            <a:r>
              <a:rPr lang="de-CH" dirty="0"/>
              <a:t>; oder </a:t>
            </a:r>
            <a:r>
              <a:rPr lang="de-CH" dirty="0" err="1"/>
              <a:t>float</a:t>
            </a:r>
            <a:r>
              <a:rPr lang="de-CH" dirty="0"/>
              <a:t>: </a:t>
            </a:r>
            <a:r>
              <a:rPr lang="de-CH" dirty="0" err="1"/>
              <a:t>right</a:t>
            </a:r>
            <a:r>
              <a:rPr lang="de-CH" dirty="0"/>
              <a:t>; hat, aber kein anderes Element daneben passt, können sich Inhalte überlagern.</a:t>
            </a:r>
            <a:br>
              <a:rPr lang="de-CH" dirty="0"/>
            </a:br>
            <a:endParaRPr lang="de-CH" dirty="0"/>
          </a:p>
          <a:p>
            <a:r>
              <a:rPr lang="de-CH" dirty="0"/>
              <a:t>Lösung:</a:t>
            </a:r>
            <a:br>
              <a:rPr lang="de-CH" dirty="0"/>
            </a:br>
            <a:r>
              <a:rPr lang="de-CH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de-CH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de-CH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clearfix</a:t>
            </a:r>
            <a:r>
              <a:rPr lang="de-CH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 </a:t>
            </a:r>
            <a:r>
              <a:rPr lang="de-CH" sz="1800" dirty="0">
                <a:latin typeface="Arial" panose="020B0604020202020204" pitchFamily="34" charset="0"/>
                <a:cs typeface="Arial" panose="020B0604020202020204" pitchFamily="34" charset="0"/>
              </a:rPr>
              <a:t>zwischen den </a:t>
            </a:r>
            <a:r>
              <a:rPr lang="de-CH" sz="1800" dirty="0" err="1">
                <a:latin typeface="Arial" panose="020B0604020202020204" pitchFamily="34" charset="0"/>
                <a:cs typeface="Arial" panose="020B0604020202020204" pitchFamily="34" charset="0"/>
              </a:rPr>
              <a:t>div's</a:t>
            </a:r>
            <a:endParaRPr lang="de-CH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de-CH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clearfix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::after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both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CH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de-CH" dirty="0"/>
          </a:p>
          <a:p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18D5A23-BE76-A492-143B-71F2A02D4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22.09.2025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BA3C7B-C094-AF01-15FA-BBD989774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3F3D22-0584-CE80-03C1-2B33D91A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13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A68B3EB-7807-0FCC-4612-8FA094D1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Probleme und Lösungen mit </a:t>
            </a:r>
            <a:r>
              <a:rPr lang="de-CH" dirty="0" err="1"/>
              <a:t>Floats</a:t>
            </a:r>
            <a:endParaRPr lang="de-CH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E3A05CD-3C37-76E4-0A03-F1CD1ED36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426" y="3429000"/>
            <a:ext cx="4657087" cy="98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294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B9BE0E1-76E6-9960-5A30-4F52F4B4A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300" y="1872000"/>
            <a:ext cx="11160000" cy="4320000"/>
          </a:xfrm>
        </p:spPr>
        <p:txBody>
          <a:bodyPr>
            <a:normAutofit/>
          </a:bodyPr>
          <a:lstStyle/>
          <a:p>
            <a:r>
              <a:rPr lang="de-CH" dirty="0">
                <a:sym typeface="Wingdings" panose="05000000000000000000" pitchFamily="2" charset="2"/>
              </a:rPr>
              <a:t>Aufgabe zu </a:t>
            </a:r>
            <a:r>
              <a:rPr lang="de-CH" dirty="0" err="1">
                <a:sym typeface="Wingdings" panose="05000000000000000000" pitchFamily="2" charset="2"/>
              </a:rPr>
              <a:t>Floats</a:t>
            </a:r>
            <a:r>
              <a:rPr lang="de-CH" dirty="0">
                <a:sym typeface="Wingdings" panose="05000000000000000000" pitchFamily="2" charset="2"/>
              </a:rPr>
              <a:t>:</a:t>
            </a:r>
          </a:p>
          <a:p>
            <a:pPr marL="0" indent="0">
              <a:buNone/>
            </a:pPr>
            <a:endParaRPr lang="de-CH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CH" dirty="0">
                <a:sym typeface="Wingdings" panose="05000000000000000000" pitchFamily="2" charset="2"/>
                <a:hlinkClick r:id="rId2"/>
              </a:rPr>
              <a:t>https://doc.m293.bbzwinf.ch/#/aufgaben/floats</a:t>
            </a:r>
            <a:endParaRPr lang="de-CH" dirty="0">
              <a:sym typeface="Wingdings" panose="05000000000000000000" pitchFamily="2" charset="2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9625F90-7F75-7021-204C-9DFD0D7E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22.09.2025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16DECD-8486-7336-C465-7C5145FB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3184FE-AAD9-A6EF-FEDB-3871E4FC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14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332619A-97CA-B964-F927-77546A3A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Auftrag</a:t>
            </a:r>
          </a:p>
        </p:txBody>
      </p:sp>
    </p:spTree>
    <p:extLst>
      <p:ext uri="{BB962C8B-B14F-4D97-AF65-F5344CB8AC3E}">
        <p14:creationId xmlns:p14="http://schemas.microsoft.com/office/powerpoint/2010/main" val="360676741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n Luzern">
  <a:themeElements>
    <a:clrScheme name="Kanton Luzer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6CCFF"/>
      </a:accent1>
      <a:accent2>
        <a:srgbClr val="3399FF"/>
      </a:accent2>
      <a:accent3>
        <a:srgbClr val="0066FF"/>
      </a:accent3>
      <a:accent4>
        <a:srgbClr val="0000FF"/>
      </a:accent4>
      <a:accent5>
        <a:srgbClr val="003399"/>
      </a:accent5>
      <a:accent6>
        <a:srgbClr val="000066"/>
      </a:accent6>
      <a:hlink>
        <a:srgbClr val="7FCAFF"/>
      </a:hlink>
      <a:folHlink>
        <a:srgbClr val="40AFFF"/>
      </a:folHlink>
    </a:clrScheme>
    <a:fontScheme name="Segoe UI">
      <a:majorFont>
        <a:latin typeface="Segoe UI fet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2808E21A-8CEB-4AD8-9B47-87429428C934}" vid="{12467E2D-BDDD-4BA1-991D-8047D18ED07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BD5B87398E0F546803C08AF34E277D4" ma:contentTypeVersion="14" ma:contentTypeDescription="Ein neues Dokument erstellen." ma:contentTypeScope="" ma:versionID="572151e1c4d54ee0088b28abf6d03b1c">
  <xsd:schema xmlns:xsd="http://www.w3.org/2001/XMLSchema" xmlns:xs="http://www.w3.org/2001/XMLSchema" xmlns:p="http://schemas.microsoft.com/office/2006/metadata/properties" xmlns:ns2="08a37d9d-9576-4bab-89c6-ad9e0707cb90" xmlns:ns3="8e922e2c-d434-4569-88ac-67afeec8ca9b" targetNamespace="http://schemas.microsoft.com/office/2006/metadata/properties" ma:root="true" ma:fieldsID="333e42a61cf00a1095387b2f3b7126ae" ns2:_="" ns3:_="">
    <xsd:import namespace="08a37d9d-9576-4bab-89c6-ad9e0707cb90"/>
    <xsd:import namespace="8e922e2c-d434-4569-88ac-67afeec8ca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a37d9d-9576-4bab-89c6-ad9e0707c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a16ba4c5-514f-471a-8004-1e490f973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22e2c-d434-4569-88ac-67afeec8ca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c1dc386-9e29-45f4-b73c-a60483f09fea}" ma:internalName="TaxCatchAll" ma:showField="CatchAllData" ma:web="8e922e2c-d434-4569-88ac-67afeec8ca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8a37d9d-9576-4bab-89c6-ad9e0707cb90">
      <Terms xmlns="http://schemas.microsoft.com/office/infopath/2007/PartnerControls"/>
    </lcf76f155ced4ddcb4097134ff3c332f>
    <TaxCatchAll xmlns="8e922e2c-d434-4569-88ac-67afeec8ca9b" xsi:nil="true"/>
  </documentManagement>
</p:properties>
</file>

<file path=customXml/itemProps1.xml><?xml version="1.0" encoding="utf-8"?>
<ds:datastoreItem xmlns:ds="http://schemas.openxmlformats.org/officeDocument/2006/customXml" ds:itemID="{A245F293-8DFC-4BD8-AC95-BF812F0A42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CA0E3D-215B-431C-8661-14891ED7BE2A}"/>
</file>

<file path=customXml/itemProps3.xml><?xml version="1.0" encoding="utf-8"?>
<ds:datastoreItem xmlns:ds="http://schemas.openxmlformats.org/officeDocument/2006/customXml" ds:itemID="{112A089A-249A-42FE-AD24-46BC184A9B1D}">
  <ds:schemaRefs>
    <ds:schemaRef ds:uri="1b3ed222-d7c6-47b4-ad0e-8ad80675c115"/>
    <ds:schemaRef ds:uri="4b7d4f44-5b41-4d39-8153-b5dafe92de9b"/>
    <ds:schemaRef ds:uri="98cc15a3-3e94-4076-998c-63c885c407b0"/>
    <ds:schemaRef ds:uri="ec62de01-3c60-4501-b46d-b2adce299403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529</Words>
  <Application>Microsoft Office PowerPoint</Application>
  <PresentationFormat>Breitbild</PresentationFormat>
  <Paragraphs>87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Arial</vt:lpstr>
      <vt:lpstr>Consolas</vt:lpstr>
      <vt:lpstr>RysLatinModernMono</vt:lpstr>
      <vt:lpstr>Segoe UI</vt:lpstr>
      <vt:lpstr>Wingdings</vt:lpstr>
      <vt:lpstr>Kanton Luzern</vt:lpstr>
      <vt:lpstr>05 Box Model / Floats</vt:lpstr>
      <vt:lpstr>Themen</vt:lpstr>
      <vt:lpstr>Überblick Modulinhalte / Grobplanung</vt:lpstr>
      <vt:lpstr>Das CSS Box Modell</vt:lpstr>
      <vt:lpstr>Analogie für das CSS Box Modell</vt:lpstr>
      <vt:lpstr>Berechnung der Elementhöhe &amp; Breite</vt:lpstr>
      <vt:lpstr>Vertical margin collapse (zusammenfallen)</vt:lpstr>
      <vt:lpstr>Floats</vt:lpstr>
      <vt:lpstr>Floats, was bedeutet das?</vt:lpstr>
      <vt:lpstr>Floats anwenden - Werte von float</vt:lpstr>
      <vt:lpstr>Floats "clearen" </vt:lpstr>
      <vt:lpstr>Probleme und Lösungen mit Floats</vt:lpstr>
      <vt:lpstr>Probleme und Lösungen mit Floats</vt:lpstr>
      <vt:lpstr>Auftrag</vt:lpstr>
    </vt:vector>
  </TitlesOfParts>
  <Company>Kanton Luzern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Staatskanzlei Luzern</dc:creator>
  <cp:lastModifiedBy>BBZW;FMZ; Wicki Michael (Lehrperson)</cp:lastModifiedBy>
  <cp:revision>9</cp:revision>
  <dcterms:created xsi:type="dcterms:W3CDTF">2021-03-11T13:07:41Z</dcterms:created>
  <dcterms:modified xsi:type="dcterms:W3CDTF">2025-09-22T07:53:34Z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0x010100FBD5B87398E0F546803C08AF34E277D4</vt:lpwstr>
  </property>
  <property fmtid="{D5CDD505-2E9C-101B-9397-08002B2CF9AE}" pid="3" name="MediaServiceImageTags">
    <vt:lpwstr/>
  </property>
</Properties>
</file>