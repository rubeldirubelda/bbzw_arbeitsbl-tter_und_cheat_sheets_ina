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9" r:id="rId5"/>
    <p:sldId id="291" r:id="rId6"/>
    <p:sldId id="292" r:id="rId7"/>
    <p:sldId id="293" r:id="rId8"/>
    <p:sldId id="294" r:id="rId9"/>
    <p:sldId id="295" r:id="rId10"/>
    <p:sldId id="299" r:id="rId11"/>
    <p:sldId id="296" r:id="rId12"/>
    <p:sldId id="297" r:id="rId13"/>
    <p:sldId id="298" r:id="rId14"/>
    <p:sldId id="289" r:id="rId15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52E87-5128-4033-85A1-39357142B521}" v="6" dt="2025-04-14T09:02:29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08CE4C69-845A-4175-B252-4FC8B687D7A9}"/>
    <pc:docChg chg="undo custSel addSld modSld">
      <pc:chgData name="BBZW;FMZ; Wicki Michael (Lehrperson)" userId="3f751286-0333-4a5b-a1bf-0c4eee9565b5" providerId="ADAL" clId="{08CE4C69-845A-4175-B252-4FC8B687D7A9}" dt="2024-03-13T06:28:25.211" v="955" actId="20577"/>
      <pc:docMkLst>
        <pc:docMk/>
      </pc:docMkLst>
      <pc:sldChg chg="modSp mod">
        <pc:chgData name="BBZW;FMZ; Wicki Michael (Lehrperson)" userId="3f751286-0333-4a5b-a1bf-0c4eee9565b5" providerId="ADAL" clId="{08CE4C69-845A-4175-B252-4FC8B687D7A9}" dt="2024-03-13T06:12:45.318" v="2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08CE4C69-845A-4175-B252-4FC8B687D7A9}" dt="2024-03-13T06:16:49.287" v="72" actId="20577"/>
        <pc:sldMkLst>
          <pc:docMk/>
          <pc:sldMk cId="3606767413" sldId="289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1.835" v="49" actId="20577"/>
        <pc:sldMkLst>
          <pc:docMk/>
          <pc:sldMk cId="2355103116" sldId="290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6.130" v="50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7:26.416" v="83" actId="1076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25:37.312" v="451" actId="1035"/>
        <pc:sldMkLst>
          <pc:docMk/>
          <pc:sldMk cId="3152346858" sldId="293"/>
        </pc:sldMkLst>
      </pc:sldChg>
      <pc:sldChg chg="modSp new mod">
        <pc:chgData name="BBZW;FMZ; Wicki Michael (Lehrperson)" userId="3f751286-0333-4a5b-a1bf-0c4eee9565b5" providerId="ADAL" clId="{08CE4C69-845A-4175-B252-4FC8B687D7A9}" dt="2024-03-13T06:28:25.211" v="955" actId="20577"/>
        <pc:sldMkLst>
          <pc:docMk/>
          <pc:sldMk cId="1232265588" sldId="294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BBZW;FMZ; Wicki Michael (Lehrperson)" userId="3f751286-0333-4a5b-a1bf-0c4eee9565b5" providerId="ADAL" clId="{D6E0361D-90CC-45F4-9A92-3898C9045079}"/>
    <pc:docChg chg="undo custSel addSld delSld modSld">
      <pc:chgData name="BBZW;FMZ; Wicki Michael (Lehrperson)" userId="3f751286-0333-4a5b-a1bf-0c4eee9565b5" providerId="ADAL" clId="{D6E0361D-90CC-45F4-9A92-3898C9045079}" dt="2024-03-27T05:45:00.888" v="687"/>
      <pc:docMkLst>
        <pc:docMk/>
      </pc:docMkLst>
      <pc:sldChg chg="modSp mod">
        <pc:chgData name="BBZW;FMZ; Wicki Michael (Lehrperson)" userId="3f751286-0333-4a5b-a1bf-0c4eee9565b5" providerId="ADAL" clId="{D6E0361D-90CC-45F4-9A92-3898C9045079}" dt="2024-03-26T13:07:04.974" v="12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6E0361D-90CC-45F4-9A92-3898C9045079}" dt="2024-03-26T13:07:20.455" v="14" actId="14100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D6E0361D-90CC-45F4-9A92-3898C9045079}" dt="2024-03-27T05:45:00.888" v="687"/>
        <pc:sldMkLst>
          <pc:docMk/>
          <pc:sldMk cId="3606767413" sldId="289"/>
        </pc:sldMkLst>
      </pc:sldChg>
      <pc:sldChg chg="addSp delSp modSp mod">
        <pc:chgData name="BBZW;FMZ; Wicki Michael (Lehrperson)" userId="3f751286-0333-4a5b-a1bf-0c4eee9565b5" providerId="ADAL" clId="{D6E0361D-90CC-45F4-9A92-3898C9045079}" dt="2024-03-26T14:26:06.807" v="483" actId="1076"/>
        <pc:sldMkLst>
          <pc:docMk/>
          <pc:sldMk cId="2355103116" sldId="290"/>
        </pc:sldMkLst>
      </pc:sldChg>
      <pc:sldChg chg="del">
        <pc:chgData name="BBZW;FMZ; Wicki Michael (Lehrperson)" userId="3f751286-0333-4a5b-a1bf-0c4eee9565b5" providerId="ADAL" clId="{D6E0361D-90CC-45F4-9A92-3898C9045079}" dt="2024-03-26T14:13:47.563" v="47" actId="47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4:25:26.143" v="442" actId="20577"/>
        <pc:sldMkLst>
          <pc:docMk/>
          <pc:sldMk cId="1028155850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1:33.704" v="579" actId="1076"/>
        <pc:sldMkLst>
          <pc:docMk/>
          <pc:sldMk cId="142506485" sldId="292"/>
        </pc:sldMkLst>
      </pc:sldChg>
      <pc:sldChg chg="del">
        <pc:chgData name="BBZW;FMZ; Wicki Michael (Lehrperson)" userId="3f751286-0333-4a5b-a1bf-0c4eee9565b5" providerId="ADAL" clId="{D6E0361D-90CC-45F4-9A92-3898C9045079}" dt="2024-03-26T14:13:48.457" v="48" actId="47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3:23.337" v="623" actId="20577"/>
        <pc:sldMkLst>
          <pc:docMk/>
          <pc:sldMk cId="2190786122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49.069" v="49" actId="47"/>
        <pc:sldMkLst>
          <pc:docMk/>
          <pc:sldMk cId="3152346858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50.241" v="50" actId="47"/>
        <pc:sldMkLst>
          <pc:docMk/>
          <pc:sldMk cId="1232265588" sldId="294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07:55.314" v="576" actId="1076"/>
        <pc:sldMkLst>
          <pc:docMk/>
          <pc:sldMk cId="2640504373" sldId="294"/>
        </pc:sldMkLst>
      </pc:sldChg>
    </pc:docChg>
  </pc:docChgLst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7EC52E87-5128-4033-85A1-39357142B521}"/>
    <pc:docChg chg="undo custSel addSld delSld modSld">
      <pc:chgData name="BBZW;FMZ; Wicki Michael (Lehrperson)" userId="3f751286-0333-4a5b-a1bf-0c4eee9565b5" providerId="ADAL" clId="{7EC52E87-5128-4033-85A1-39357142B521}" dt="2025-04-14T09:03:30.710" v="1876" actId="1076"/>
      <pc:docMkLst>
        <pc:docMk/>
      </pc:docMkLst>
      <pc:sldChg chg="modSp mod">
        <pc:chgData name="BBZW;FMZ; Wicki Michael (Lehrperson)" userId="3f751286-0333-4a5b-a1bf-0c4eee9565b5" providerId="ADAL" clId="{7EC52E87-5128-4033-85A1-39357142B521}" dt="2024-04-17T05:44:04.274" v="45" actId="20577"/>
        <pc:sldMkLst>
          <pc:docMk/>
          <pc:sldMk cId="4215852396" sldId="259"/>
        </pc:sldMkLst>
      </pc:sldChg>
      <pc:sldChg chg="modSp del mod">
        <pc:chgData name="BBZW;FMZ; Wicki Michael (Lehrperson)" userId="3f751286-0333-4a5b-a1bf-0c4eee9565b5" providerId="ADAL" clId="{7EC52E87-5128-4033-85A1-39357142B521}" dt="2025-04-14T08:50:58.488" v="1806" actId="47"/>
        <pc:sldMkLst>
          <pc:docMk/>
          <pc:sldMk cId="2841948806" sldId="261"/>
        </pc:sldMkLst>
      </pc:sldChg>
      <pc:sldChg chg="addSp delSp modSp del mod">
        <pc:chgData name="BBZW;FMZ; Wicki Michael (Lehrperson)" userId="3f751286-0333-4a5b-a1bf-0c4eee9565b5" providerId="ADAL" clId="{7EC52E87-5128-4033-85A1-39357142B521}" dt="2025-04-02T10:22:19.416" v="1805" actId="47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7EC52E87-5128-4033-85A1-39357142B521}" dt="2024-04-17T05:46:53.324" v="209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7EC52E87-5128-4033-85A1-39357142B521}" dt="2024-04-17T05:46:28.253" v="181" actId="47"/>
        <pc:sldMkLst>
          <pc:docMk/>
          <pc:sldMk cId="2355103116" sldId="290"/>
        </pc:sldMkLst>
      </pc:sldChg>
      <pc:sldChg chg="delSp modSp mod">
        <pc:chgData name="BBZW;FMZ; Wicki Michael (Lehrperson)" userId="3f751286-0333-4a5b-a1bf-0c4eee9565b5" providerId="ADAL" clId="{7EC52E87-5128-4033-85A1-39357142B521}" dt="2025-04-14T09:00:59.551" v="1813" actId="20577"/>
        <pc:sldMkLst>
          <pc:docMk/>
          <pc:sldMk cId="1028155850" sldId="291"/>
        </pc:sldMkLst>
        <pc:spChg chg="mod">
          <ac:chgData name="BBZW;FMZ; Wicki Michael (Lehrperson)" userId="3f751286-0333-4a5b-a1bf-0c4eee9565b5" providerId="ADAL" clId="{7EC52E87-5128-4033-85A1-39357142B521}" dt="2025-04-14T09:00:59.551" v="1813" actId="20577"/>
          <ac:spMkLst>
            <pc:docMk/>
            <pc:sldMk cId="1028155850" sldId="291"/>
            <ac:spMk id="2" creationId="{D6F1EE93-EBBE-1A32-7BE1-8CCAA0C7B134}"/>
          </ac:spMkLst>
        </pc:spChg>
      </pc:sldChg>
      <pc:sldChg chg="del">
        <pc:chgData name="BBZW;FMZ; Wicki Michael (Lehrperson)" userId="3f751286-0333-4a5b-a1bf-0c4eee9565b5" providerId="ADAL" clId="{7EC52E87-5128-4033-85A1-39357142B521}" dt="2024-04-17T05:46:30.023" v="183" actId="47"/>
        <pc:sldMkLst>
          <pc:docMk/>
          <pc:sldMk cId="142506485" sldId="292"/>
        </pc:sldMkLst>
      </pc:sldChg>
      <pc:sldChg chg="addSp delSp modSp new mod">
        <pc:chgData name="BBZW;FMZ; Wicki Michael (Lehrperson)" userId="3f751286-0333-4a5b-a1bf-0c4eee9565b5" providerId="ADAL" clId="{7EC52E87-5128-4033-85A1-39357142B521}" dt="2024-04-17T05:49:31.267" v="428" actId="22"/>
        <pc:sldMkLst>
          <pc:docMk/>
          <pc:sldMk cId="4234831045" sldId="292"/>
        </pc:sldMkLst>
      </pc:sldChg>
      <pc:sldChg chg="del">
        <pc:chgData name="BBZW;FMZ; Wicki Michael (Lehrperson)" userId="3f751286-0333-4a5b-a1bf-0c4eee9565b5" providerId="ADAL" clId="{7EC52E87-5128-4033-85A1-39357142B521}" dt="2024-04-17T05:46:30.667" v="184" actId="47"/>
        <pc:sldMkLst>
          <pc:docMk/>
          <pc:sldMk cId="2190786122" sldId="293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5:55:24.267" v="490" actId="1076"/>
        <pc:sldMkLst>
          <pc:docMk/>
          <pc:sldMk cId="3155462989" sldId="293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17:07.167" v="620" actId="20577"/>
        <pc:sldMkLst>
          <pc:docMk/>
          <pc:sldMk cId="239634548" sldId="294"/>
        </pc:sldMkLst>
      </pc:sldChg>
      <pc:sldChg chg="del">
        <pc:chgData name="BBZW;FMZ; Wicki Michael (Lehrperson)" userId="3f751286-0333-4a5b-a1bf-0c4eee9565b5" providerId="ADAL" clId="{7EC52E87-5128-4033-85A1-39357142B521}" dt="2024-04-17T05:46:29.372" v="182" actId="47"/>
        <pc:sldMkLst>
          <pc:docMk/>
          <pc:sldMk cId="2640504373" sldId="294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17:01.728" v="611" actId="20577"/>
        <pc:sldMkLst>
          <pc:docMk/>
          <pc:sldMk cId="1163257813" sldId="295"/>
        </pc:sldMkLst>
      </pc:sldChg>
      <pc:sldChg chg="modSp new mod">
        <pc:chgData name="BBZW;FMZ; Wicki Michael (Lehrperson)" userId="3f751286-0333-4a5b-a1bf-0c4eee9565b5" providerId="ADAL" clId="{7EC52E87-5128-4033-85A1-39357142B521}" dt="2024-04-17T06:28:52.803" v="948" actId="20577"/>
        <pc:sldMkLst>
          <pc:docMk/>
          <pc:sldMk cId="369733468" sldId="296"/>
        </pc:sldMkLst>
      </pc:sldChg>
      <pc:sldChg chg="modSp add mod">
        <pc:chgData name="BBZW;FMZ; Wicki Michael (Lehrperson)" userId="3f751286-0333-4a5b-a1bf-0c4eee9565b5" providerId="ADAL" clId="{7EC52E87-5128-4033-85A1-39357142B521}" dt="2024-04-17T06:32:44.222" v="1394" actId="20577"/>
        <pc:sldMkLst>
          <pc:docMk/>
          <pc:sldMk cId="935891149" sldId="297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41:12.460" v="1804" actId="1035"/>
        <pc:sldMkLst>
          <pc:docMk/>
          <pc:sldMk cId="3549491229" sldId="298"/>
        </pc:sldMkLst>
      </pc:sldChg>
      <pc:sldChg chg="addSp modSp add mod">
        <pc:chgData name="BBZW;FMZ; Wicki Michael (Lehrperson)" userId="3f751286-0333-4a5b-a1bf-0c4eee9565b5" providerId="ADAL" clId="{7EC52E87-5128-4033-85A1-39357142B521}" dt="2025-04-14T09:03:30.710" v="1876" actId="1076"/>
        <pc:sldMkLst>
          <pc:docMk/>
          <pc:sldMk cId="2258725688" sldId="299"/>
        </pc:sldMkLst>
        <pc:spChg chg="mod">
          <ac:chgData name="BBZW;FMZ; Wicki Michael (Lehrperson)" userId="3f751286-0333-4a5b-a1bf-0c4eee9565b5" providerId="ADAL" clId="{7EC52E87-5128-4033-85A1-39357142B521}" dt="2025-04-14T09:03:23.481" v="1873" actId="20577"/>
          <ac:spMkLst>
            <pc:docMk/>
            <pc:sldMk cId="2258725688" sldId="299"/>
            <ac:spMk id="2" creationId="{E5C382C2-7A32-D3BC-FFDF-633D11804E68}"/>
          </ac:spMkLst>
        </pc:spChg>
        <pc:spChg chg="mod">
          <ac:chgData name="BBZW;FMZ; Wicki Michael (Lehrperson)" userId="3f751286-0333-4a5b-a1bf-0c4eee9565b5" providerId="ADAL" clId="{7EC52E87-5128-4033-85A1-39357142B521}" dt="2025-04-14T09:01:11.631" v="1834" actId="20577"/>
          <ac:spMkLst>
            <pc:docMk/>
            <pc:sldMk cId="2258725688" sldId="299"/>
            <ac:spMk id="6" creationId="{FBDEF9D8-23AC-679D-AA82-118E3F62881C}"/>
          </ac:spMkLst>
        </pc:spChg>
        <pc:spChg chg="add">
          <ac:chgData name="BBZW;FMZ; Wicki Michael (Lehrperson)" userId="3f751286-0333-4a5b-a1bf-0c4eee9565b5" providerId="ADAL" clId="{7EC52E87-5128-4033-85A1-39357142B521}" dt="2025-04-14T09:02:00.896" v="1845"/>
          <ac:spMkLst>
            <pc:docMk/>
            <pc:sldMk cId="2258725688" sldId="299"/>
            <ac:spMk id="7" creationId="{0397EC6D-1397-12C6-FA8F-2B157861CB15}"/>
          </ac:spMkLst>
        </pc:spChg>
        <pc:spChg chg="mod">
          <ac:chgData name="BBZW;FMZ; Wicki Michael (Lehrperson)" userId="3f751286-0333-4a5b-a1bf-0c4eee9565b5" providerId="ADAL" clId="{7EC52E87-5128-4033-85A1-39357142B521}" dt="2025-04-14T09:03:30.710" v="1876" actId="1076"/>
          <ac:spMkLst>
            <pc:docMk/>
            <pc:sldMk cId="2258725688" sldId="299"/>
            <ac:spMk id="8" creationId="{B645333B-1BB1-8D61-8701-360BBE97B684}"/>
          </ac:spMkLst>
        </pc:spChg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DDA65C7B-07DF-45A2-92A6-BE545531E6D8}"/>
    <pc:docChg chg="undo custSel modSld">
      <pc:chgData name="BBZW;FMZ; Wicki Michael (Lehrperson)" userId="3f751286-0333-4a5b-a1bf-0c4eee9565b5" providerId="ADAL" clId="{DDA65C7B-07DF-45A2-92A6-BE545531E6D8}" dt="2024-03-27T07:57:18.185" v="79" actId="20577"/>
      <pc:docMkLst>
        <pc:docMk/>
      </pc:docMkLst>
      <pc:sldChg chg="modSp mod">
        <pc:chgData name="BBZW;FMZ; Wicki Michael (Lehrperson)" userId="3f751286-0333-4a5b-a1bf-0c4eee9565b5" providerId="ADAL" clId="{DDA65C7B-07DF-45A2-92A6-BE545531E6D8}" dt="2024-03-27T07:00:10.732" v="26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DA65C7B-07DF-45A2-92A6-BE545531E6D8}" dt="2024-03-27T07:57:18.185" v="79" actId="20577"/>
        <pc:sldMkLst>
          <pc:docMk/>
          <pc:sldMk cId="2841948806" sldId="2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03.11.2025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03.11.2025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03.11.2025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07 Positionierung</a:t>
            </a:r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6F1EE93-EBBE-1A32-7BE1-8CCAA0C7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872000"/>
            <a:ext cx="7990327" cy="4320000"/>
          </a:xfrm>
        </p:spPr>
        <p:txBody>
          <a:bodyPr/>
          <a:lstStyle/>
          <a:p>
            <a:r>
              <a:rPr lang="de-CH" dirty="0"/>
              <a:t>Statisch</a:t>
            </a:r>
          </a:p>
          <a:p>
            <a:r>
              <a:rPr lang="de-CH" dirty="0"/>
              <a:t>Relativ</a:t>
            </a:r>
          </a:p>
          <a:p>
            <a:r>
              <a:rPr lang="de-CH" dirty="0"/>
              <a:t>Absolut</a:t>
            </a:r>
          </a:p>
          <a:p>
            <a:r>
              <a:rPr lang="de-CH" dirty="0"/>
              <a:t>Fixiert</a:t>
            </a:r>
          </a:p>
          <a:p>
            <a:r>
              <a:rPr lang="de-CH" dirty="0" err="1"/>
              <a:t>Sticky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8F282D-C9DD-F6BF-89E8-DDE761E0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82E563-1B62-4DAB-81C0-D1213192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92054B-9DCE-B752-D88A-CC034A7F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80C865-9811-903C-18E3-019B7CAB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für Positionierungen gibt es?</a:t>
            </a:r>
          </a:p>
        </p:txBody>
      </p:sp>
    </p:spTree>
    <p:extLst>
      <p:ext uri="{BB962C8B-B14F-4D97-AF65-F5344CB8AC3E}">
        <p14:creationId xmlns:p14="http://schemas.microsoft.com/office/powerpoint/2010/main" val="102815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D63A9A2-3D34-2C38-21EF-25BBDF2B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Dies ist die Standardpositionierung für HTML-Elemente.</a:t>
            </a:r>
          </a:p>
          <a:p>
            <a:r>
              <a:rPr lang="de-DE" dirty="0"/>
              <a:t>Elemente werden entsprechend dem normalen </a:t>
            </a:r>
            <a:r>
              <a:rPr lang="de-DE" dirty="0" err="1"/>
              <a:t>Elementenfluss</a:t>
            </a:r>
            <a:r>
              <a:rPr lang="de-DE" dirty="0"/>
              <a:t> des Dokuments angeordnet.</a:t>
            </a:r>
          </a:p>
          <a:p>
            <a:r>
              <a:rPr lang="de-DE" dirty="0"/>
              <a:t>Solche Elemente werden nicht durch die Eigenschaften top, </a:t>
            </a:r>
            <a:r>
              <a:rPr lang="de-DE" dirty="0" err="1"/>
              <a:t>bottom</a:t>
            </a:r>
            <a:r>
              <a:rPr lang="de-DE" dirty="0"/>
              <a:t>, </a:t>
            </a:r>
            <a:r>
              <a:rPr lang="de-DE" dirty="0" err="1"/>
              <a:t>left</a:t>
            </a:r>
            <a:r>
              <a:rPr lang="de-DE" dirty="0"/>
              <a:t> oder </a:t>
            </a:r>
            <a:r>
              <a:rPr lang="de-DE" dirty="0" err="1"/>
              <a:t>right</a:t>
            </a:r>
            <a:r>
              <a:rPr lang="de-DE" dirty="0"/>
              <a:t> beeinflusst.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B5BDB5-485D-76DD-F699-67BCBF8E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829CDC-72B0-244F-C74D-BA16453E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AD8818-4745-4D62-6CFA-CB531858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89A78D7-90FA-E4B1-B10C-E7649324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Statische Positionierung</a:t>
            </a:r>
          </a:p>
        </p:txBody>
      </p:sp>
    </p:spTree>
    <p:extLst>
      <p:ext uri="{BB962C8B-B14F-4D97-AF65-F5344CB8AC3E}">
        <p14:creationId xmlns:p14="http://schemas.microsoft.com/office/powerpoint/2010/main" val="423483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2199F2F-E5C5-CFA6-8CCF-A16D2802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902153"/>
            <a:ext cx="11160000" cy="4320000"/>
          </a:xfrm>
        </p:spPr>
        <p:txBody>
          <a:bodyPr/>
          <a:lstStyle/>
          <a:p>
            <a:r>
              <a:rPr lang="de-DE" dirty="0"/>
              <a:t>Das Element wird relativ zu seiner normalen Position im Dokumentenfluss positioniert.</a:t>
            </a:r>
          </a:p>
          <a:p>
            <a:r>
              <a:rPr lang="de-DE" dirty="0"/>
              <a:t>Wenn Sie die Eigenschaften top, </a:t>
            </a:r>
            <a:r>
              <a:rPr lang="de-DE" dirty="0" err="1"/>
              <a:t>bottom</a:t>
            </a:r>
            <a:r>
              <a:rPr lang="de-DE" dirty="0"/>
              <a:t>, </a:t>
            </a:r>
            <a:r>
              <a:rPr lang="de-DE" dirty="0" err="1"/>
              <a:t>left</a:t>
            </a:r>
            <a:r>
              <a:rPr lang="de-DE" dirty="0"/>
              <a:t> oder </a:t>
            </a:r>
            <a:r>
              <a:rPr lang="de-DE" dirty="0" err="1"/>
              <a:t>right</a:t>
            </a:r>
            <a:r>
              <a:rPr lang="de-DE" dirty="0"/>
              <a:t> verwenden, wird das Element von seiner normalen Position verschoben.</a:t>
            </a:r>
          </a:p>
          <a:p>
            <a:r>
              <a:rPr lang="de-DE" dirty="0"/>
              <a:t>Benachbarte oder andere Elemente werden nicht von dem positionierten Element beeinflusst.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177730-8652-8DB3-D0F5-784C170C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3960E4-8B69-EBB0-7CF0-034147B6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EC1C5E-F6DC-396A-53D4-AD1C894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A9605A3-1F6C-6562-67C0-02A1C065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Relative Positionierung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93FFDF-352E-94B6-B3D9-78F78C95CBF7}"/>
              </a:ext>
            </a:extLst>
          </p:cNvPr>
          <p:cNvSpPr txBox="1"/>
          <p:nvPr/>
        </p:nvSpPr>
        <p:spPr>
          <a:xfrm>
            <a:off x="843534" y="4648519"/>
            <a:ext cx="35272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.relatives-element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relative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4A59B3B-BB20-397D-16DC-6A9540366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363" y="4676313"/>
            <a:ext cx="366763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6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A2370C8-333F-4781-0932-2265CCAC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Element wird aus dem normalen Dokumentenfluss entfernt und relativ zu seinem enthaltenen Block, unabhängig von seinen „Nachbarn“ positioniert.</a:t>
            </a:r>
          </a:p>
          <a:p>
            <a:r>
              <a:rPr lang="de-DE" dirty="0"/>
              <a:t>Wenn kein enthaltener Block definiert ist, wird es relativ zum Initial-Containerblock positioniert (normalerweise der Ansichtsbereich).</a:t>
            </a:r>
          </a:p>
          <a:p>
            <a:r>
              <a:rPr lang="de-DE" dirty="0"/>
              <a:t>Das positionierte Element beeinflusst nicht die Position anderer Elemente.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36E030-DF06-35AA-CDF3-33660059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2CB671-712A-B522-7F57-3E3740AA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A2E81C-53CE-3259-01DB-EFFBBDF9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10DD832-ADB8-B686-BC5E-582FA520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Absolute Positionierung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E8CADB2-819C-CB4D-53B8-80F5A32D1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574" y="4810682"/>
            <a:ext cx="3410426" cy="138131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F9906D8-28D8-9A0A-04FB-13281B4E7660}"/>
              </a:ext>
            </a:extLst>
          </p:cNvPr>
          <p:cNvSpPr txBox="1"/>
          <p:nvPr/>
        </p:nvSpPr>
        <p:spPr>
          <a:xfrm>
            <a:off x="3048762" y="4630682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.absolutes-element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de-C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CH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C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C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E4B88DD-AC4F-7404-CE7E-74EFEAF0C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Element wird relativ zum Ansichtsbereich (Browserfenster) positioniert.</a:t>
            </a:r>
          </a:p>
          <a:p>
            <a:r>
              <a:rPr lang="de-DE" dirty="0"/>
              <a:t>Es bleibt auch dann in seiner Position, wenn die Seite gescrollt wird.</a:t>
            </a:r>
          </a:p>
          <a:p>
            <a:r>
              <a:rPr lang="de-DE" dirty="0"/>
              <a:t>Wie bei der absoluten Positionierung wird es aus dem normalen Dokumentenfluss entfernt.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A10BBC-7C1C-F29B-E0F0-EE02AEC5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06CD75-2B71-58FF-D4BA-C26735E3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77F29B-4177-4A1B-6480-BBFB5A62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D9AAF72-9FFB-904E-00CF-7CA31CA5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Fixe Positionierung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41EC6A-EE36-AB2A-F4B9-2085F618E5BD}"/>
              </a:ext>
            </a:extLst>
          </p:cNvPr>
          <p:cNvSpPr txBox="1"/>
          <p:nvPr/>
        </p:nvSpPr>
        <p:spPr>
          <a:xfrm>
            <a:off x="998982" y="4444672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.fixes-element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25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49C7-E513-AAD8-FD8C-6362C3CC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5C382C2-7A32-D3BC-FFDF-633D11804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Kombination aus relative und </a:t>
            </a:r>
            <a:r>
              <a:rPr lang="de-DE" dirty="0" err="1"/>
              <a:t>fixed</a:t>
            </a:r>
            <a:endParaRPr lang="de-DE" dirty="0"/>
          </a:p>
          <a:p>
            <a:r>
              <a:rPr lang="de-DE" dirty="0"/>
              <a:t>Das Element ist zuerst relativ positioniert</a:t>
            </a:r>
          </a:p>
          <a:p>
            <a:r>
              <a:rPr lang="de-DE" dirty="0"/>
              <a:t>Sobald es einen bestimmten </a:t>
            </a:r>
            <a:r>
              <a:rPr lang="de-DE" dirty="0" err="1"/>
              <a:t>Scrollpunkt</a:t>
            </a:r>
            <a:r>
              <a:rPr lang="de-DE" dirty="0"/>
              <a:t> erreicht,</a:t>
            </a:r>
            <a:br>
              <a:rPr lang="de-DE" dirty="0"/>
            </a:br>
            <a:r>
              <a:rPr lang="de-DE" dirty="0"/>
              <a:t>wird es "kleben bleiben" (</a:t>
            </a:r>
            <a:r>
              <a:rPr lang="de-DE" dirty="0" err="1"/>
              <a:t>sticky</a:t>
            </a:r>
            <a:r>
              <a:rPr lang="de-DE" dirty="0"/>
              <a:t>)</a:t>
            </a:r>
          </a:p>
          <a:p>
            <a:r>
              <a:rPr lang="de-DE" dirty="0"/>
              <a:t>Scrollt mit, bis es eine definierte Grenze erreicht (z. B. top: 20px)</a:t>
            </a:r>
          </a:p>
          <a:p>
            <a:r>
              <a:rPr lang="de-DE" dirty="0"/>
              <a:t>Bleibt sichtbar fixiert an dieser Position, bis der übergeordnete Container zu Ende ist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3D33B1-CCD2-25A2-09DA-DD239E82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322829-04D8-786E-5CDD-472BE6C1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37593-A30F-A16F-3154-BA92F644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BDEF9D8-23AC-679D-AA82-118E3F62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Sticky</a:t>
            </a:r>
            <a:r>
              <a:rPr lang="de-CH" dirty="0"/>
              <a:t> Positionierung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645333B-1BB1-8D61-8701-360BBE97B684}"/>
              </a:ext>
            </a:extLst>
          </p:cNvPr>
          <p:cNvSpPr txBox="1"/>
          <p:nvPr/>
        </p:nvSpPr>
        <p:spPr>
          <a:xfrm>
            <a:off x="5732907" y="4854247"/>
            <a:ext cx="3525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.fixes-element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sticky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72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DAFADF7-62DE-EEE3-7280-07B85E1F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Pixel</a:t>
            </a:r>
          </a:p>
          <a:p>
            <a:pPr lvl="1"/>
            <a:r>
              <a:rPr lang="de-CH" dirty="0"/>
              <a:t>Absolute Einheit für eine feste Grösse</a:t>
            </a:r>
          </a:p>
          <a:p>
            <a:pPr lvl="1"/>
            <a:r>
              <a:rPr lang="de-CH" dirty="0"/>
              <a:t>Präzise Kontrolle / Positionierung</a:t>
            </a:r>
          </a:p>
          <a:p>
            <a:pPr lvl="1"/>
            <a:r>
              <a:rPr lang="de-CH" dirty="0"/>
              <a:t>Unabhängig von anderen Faktoren</a:t>
            </a:r>
          </a:p>
          <a:p>
            <a:pPr lvl="1"/>
            <a:r>
              <a:rPr lang="de-CH" dirty="0"/>
              <a:t>Eigenen sich gut für Abstände und Grössen</a:t>
            </a:r>
          </a:p>
          <a:p>
            <a:pPr lvl="1"/>
            <a:r>
              <a:rPr lang="de-CH" dirty="0"/>
              <a:t>Nachteil: bei unterschiedlichen Bildschirmgrössen können Probleme </a:t>
            </a:r>
            <a:r>
              <a:rPr lang="de-CH" dirty="0" err="1"/>
              <a:t>auftregen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C935D4-E460-DA1F-144E-68DDCC37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6DDBD1-C5D2-140D-487D-A421FE64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A51727-D660-1B0E-39F1-5BB94EBD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209E87D-F3A0-EF0E-0FC2-D42A406D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Positionierung </a:t>
            </a:r>
            <a:r>
              <a:rPr lang="de-CH" dirty="0" err="1"/>
              <a:t>px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%</a:t>
            </a:r>
          </a:p>
        </p:txBody>
      </p:sp>
    </p:spTree>
    <p:extLst>
      <p:ext uri="{BB962C8B-B14F-4D97-AF65-F5344CB8AC3E}">
        <p14:creationId xmlns:p14="http://schemas.microsoft.com/office/powerpoint/2010/main" val="36973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DAFADF7-62DE-EEE3-7280-07B85E1F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Prozent %</a:t>
            </a:r>
          </a:p>
          <a:p>
            <a:pPr lvl="1"/>
            <a:r>
              <a:rPr lang="de-CH" dirty="0"/>
              <a:t>Bezieht sich auf den Prozentsatz der Grösse des übergeordneten Elements</a:t>
            </a:r>
          </a:p>
          <a:p>
            <a:pPr lvl="1"/>
            <a:r>
              <a:rPr lang="de-CH" dirty="0"/>
              <a:t>Gibt die Möglichkeit Grösse und Position relativ zu anderen bzw. übergeordneten Elementen anzugeben</a:t>
            </a:r>
          </a:p>
          <a:p>
            <a:pPr lvl="1"/>
            <a:r>
              <a:rPr lang="de-CH" dirty="0"/>
              <a:t>Eignet sich gut, wenn auf verschiedene Bildschirmgrössen skaliert werden soll</a:t>
            </a:r>
          </a:p>
          <a:p>
            <a:pPr lvl="1"/>
            <a:r>
              <a:rPr lang="de-CH" dirty="0"/>
              <a:t>Nachteil: kann komplex sein, insbesondere wenn ineinander verschachtelte übergeordnete Elemente vorkommen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C935D4-E460-DA1F-144E-68DDCC37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6DDBD1-C5D2-140D-487D-A421FE64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A51727-D660-1B0E-39F1-5BB94EBD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209E87D-F3A0-EF0E-0FC2-D42A406D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Positionierung </a:t>
            </a:r>
            <a:r>
              <a:rPr lang="de-CH" dirty="0" err="1"/>
              <a:t>px</a:t>
            </a:r>
            <a:r>
              <a:rPr lang="de-CH" dirty="0"/>
              <a:t> </a:t>
            </a:r>
            <a:r>
              <a:rPr lang="de-CH" dirty="0" err="1"/>
              <a:t>vs</a:t>
            </a:r>
            <a:r>
              <a:rPr lang="de-CH" dirty="0"/>
              <a:t> %</a:t>
            </a:r>
          </a:p>
        </p:txBody>
      </p:sp>
    </p:spTree>
    <p:extLst>
      <p:ext uri="{BB962C8B-B14F-4D97-AF65-F5344CB8AC3E}">
        <p14:creationId xmlns:p14="http://schemas.microsoft.com/office/powerpoint/2010/main" val="93589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0E4F0B5-71AB-6551-15FE-BCDA7B49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Mit % gibt es das Problem, dass der Anfang des Elements in die Mitte geschoben wird</a:t>
            </a:r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Lösung: </a:t>
            </a:r>
            <a:r>
              <a:rPr lang="de-CH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CH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CH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-50%</a:t>
            </a:r>
            <a:r>
              <a:rPr lang="de-C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de-CH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de-CH" sz="1800" dirty="0">
                <a:sym typeface="Wingdings" panose="05000000000000000000" pitchFamily="2" charset="2"/>
              </a:rPr>
              <a:t> sorgt dafür, dass das Element um die Hälfte seiner eigenen Grösse nach links verschoben wird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FA66F1-5CA3-A941-BE63-AA64084E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E81E8-BAF7-5AD0-33E2-385B84B2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9D9AD7-8002-6999-F525-E2EF1995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A0510A6-4241-E128-E569-E0B85943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Zentrieren eines Elements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320637-8560-001C-3DB8-4546C7B6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645664"/>
            <a:ext cx="8558784" cy="106984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D5D746A-B1E7-DDCF-AA83-432A7D920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489531"/>
            <a:ext cx="8558784" cy="142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9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 Selbststudium  alle Positionierungsarten ausprobieren</a:t>
            </a:r>
          </a:p>
          <a:p>
            <a:endParaRPr lang="de-CH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>
                <a:sym typeface="Wingdings" panose="05000000000000000000" pitchFamily="2" charset="2"/>
              </a:rPr>
              <a:t>https://doc.m293.bbzwinf.ch/#/unterlagen/css_positionierung</a:t>
            </a:r>
            <a:endParaRPr lang="de-CH" dirty="0">
              <a:sym typeface="Wingdings" panose="05000000000000000000" pitchFamily="2" charset="2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03.11.2025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1c8c25310c716ee48e8cc1eb73b9f307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964dd76d2e9dadf29e57329daa576343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Props1.xml><?xml version="1.0" encoding="utf-8"?>
<ds:datastoreItem xmlns:ds="http://schemas.openxmlformats.org/officeDocument/2006/customXml" ds:itemID="{CDD939B3-BD7C-43D7-ABF1-9CD4F125A718}"/>
</file>

<file path=customXml/itemProps2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508</Words>
  <Application>Microsoft Office PowerPoint</Application>
  <PresentationFormat>Breitbild</PresentationFormat>
  <Paragraphs>94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Consolas</vt:lpstr>
      <vt:lpstr>Segoe UI</vt:lpstr>
      <vt:lpstr>Wingdings</vt:lpstr>
      <vt:lpstr>Kanton Luzern</vt:lpstr>
      <vt:lpstr>07 Positionierung</vt:lpstr>
      <vt:lpstr>Was für Positionierungen gibt es?</vt:lpstr>
      <vt:lpstr>Statische Positionierung</vt:lpstr>
      <vt:lpstr>Relative Positionierung</vt:lpstr>
      <vt:lpstr>Absolute Positionierung</vt:lpstr>
      <vt:lpstr>Fixe Positionierung</vt:lpstr>
      <vt:lpstr>Sticky Positionierung</vt:lpstr>
      <vt:lpstr>Positionierung px vs %</vt:lpstr>
      <vt:lpstr>Positionierung px vs %</vt:lpstr>
      <vt:lpstr>Zentrieren eines Elements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10</cp:revision>
  <dcterms:created xsi:type="dcterms:W3CDTF">2021-03-11T13:07:41Z</dcterms:created>
  <dcterms:modified xsi:type="dcterms:W3CDTF">2025-11-03T11:25:14Z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