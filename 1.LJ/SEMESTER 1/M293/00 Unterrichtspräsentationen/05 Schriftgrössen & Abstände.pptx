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9" r:id="rId5"/>
    <p:sldId id="291" r:id="rId6"/>
    <p:sldId id="296" r:id="rId7"/>
    <p:sldId id="292" r:id="rId8"/>
    <p:sldId id="293" r:id="rId9"/>
    <p:sldId id="294" r:id="rId10"/>
    <p:sldId id="295" r:id="rId11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D3"/>
    <a:srgbClr val="A52A2A"/>
    <a:srgbClr val="C0C0F3"/>
    <a:srgbClr val="B1B1F0"/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4C057-CFDC-4288-90AD-4657F87AECD3}" v="85" dt="2025-09-15T07:11:57.638"/>
    <p1510:client id="{BCCC1913-D6D4-4D2E-9D25-3735AF5B26AA}" v="66" dt="2025-09-15T11:53:18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BZW;FMZ; Wicki Michael (Lehrperson)" userId="3f751286-0333-4a5b-a1bf-0c4eee9565b5" providerId="ADAL" clId="{6AC12423-EF61-4221-A390-370EEEF7601B}"/>
    <pc:docChg chg="undo custSel addSld modSld">
      <pc:chgData name="BBZW;FMZ; Wicki Michael (Lehrperson)" userId="3f751286-0333-4a5b-a1bf-0c4eee9565b5" providerId="ADAL" clId="{6AC12423-EF61-4221-A390-370EEEF7601B}" dt="2025-09-15T07:12:07.637" v="308" actId="14100"/>
      <pc:docMkLst>
        <pc:docMk/>
      </pc:docMkLst>
      <pc:sldChg chg="addSp modSp mod modAnim">
        <pc:chgData name="BBZW;FMZ; Wicki Michael (Lehrperson)" userId="3f751286-0333-4a5b-a1bf-0c4eee9565b5" providerId="ADAL" clId="{6AC12423-EF61-4221-A390-370EEEF7601B}" dt="2025-09-15T07:05:30.634" v="78" actId="14100"/>
        <pc:sldMkLst>
          <pc:docMk/>
          <pc:sldMk cId="1028155850" sldId="291"/>
        </pc:sldMkLst>
        <pc:spChg chg="mod">
          <ac:chgData name="BBZW;FMZ; Wicki Michael (Lehrperson)" userId="3f751286-0333-4a5b-a1bf-0c4eee9565b5" providerId="ADAL" clId="{6AC12423-EF61-4221-A390-370EEEF7601B}" dt="2025-09-15T07:05:30.634" v="78" actId="14100"/>
          <ac:spMkLst>
            <pc:docMk/>
            <pc:sldMk cId="1028155850" sldId="291"/>
            <ac:spMk id="2" creationId="{D6F1EE93-EBBE-1A32-7BE1-8CCAA0C7B134}"/>
          </ac:spMkLst>
        </pc:spChg>
        <pc:spChg chg="add">
          <ac:chgData name="BBZW;FMZ; Wicki Michael (Lehrperson)" userId="3f751286-0333-4a5b-a1bf-0c4eee9565b5" providerId="ADAL" clId="{6AC12423-EF61-4221-A390-370EEEF7601B}" dt="2025-09-15T07:01:55.086" v="10"/>
          <ac:spMkLst>
            <pc:docMk/>
            <pc:sldMk cId="1028155850" sldId="291"/>
            <ac:spMk id="7" creationId="{3FA42CFB-DDA1-1C9C-FFEA-B3A541AAC1FD}"/>
          </ac:spMkLst>
        </pc:spChg>
      </pc:sldChg>
      <pc:sldChg chg="modSp mod">
        <pc:chgData name="BBZW;FMZ; Wicki Michael (Lehrperson)" userId="3f751286-0333-4a5b-a1bf-0c4eee9565b5" providerId="ADAL" clId="{6AC12423-EF61-4221-A390-370EEEF7601B}" dt="2025-09-15T07:07:44.858" v="199" actId="403"/>
        <pc:sldMkLst>
          <pc:docMk/>
          <pc:sldMk cId="4234831045" sldId="292"/>
        </pc:sldMkLst>
        <pc:spChg chg="mod">
          <ac:chgData name="BBZW;FMZ; Wicki Michael (Lehrperson)" userId="3f751286-0333-4a5b-a1bf-0c4eee9565b5" providerId="ADAL" clId="{6AC12423-EF61-4221-A390-370EEEF7601B}" dt="2025-09-15T07:07:44.858" v="199" actId="403"/>
          <ac:spMkLst>
            <pc:docMk/>
            <pc:sldMk cId="4234831045" sldId="292"/>
            <ac:spMk id="2" creationId="{1D63A9A2-3D34-2C38-21EF-25BBDF2B8426}"/>
          </ac:spMkLst>
        </pc:spChg>
        <pc:spChg chg="mod">
          <ac:chgData name="BBZW;FMZ; Wicki Michael (Lehrperson)" userId="3f751286-0333-4a5b-a1bf-0c4eee9565b5" providerId="ADAL" clId="{6AC12423-EF61-4221-A390-370EEEF7601B}" dt="2025-09-15T07:06:09.480" v="90" actId="20577"/>
          <ac:spMkLst>
            <pc:docMk/>
            <pc:sldMk cId="4234831045" sldId="292"/>
            <ac:spMk id="6" creationId="{989A78D7-90FA-E4B1-B10C-E7649324E3B3}"/>
          </ac:spMkLst>
        </pc:spChg>
      </pc:sldChg>
      <pc:sldChg chg="addSp modSp mod">
        <pc:chgData name="BBZW;FMZ; Wicki Michael (Lehrperson)" userId="3f751286-0333-4a5b-a1bf-0c4eee9565b5" providerId="ADAL" clId="{6AC12423-EF61-4221-A390-370EEEF7601B}" dt="2025-09-15T07:10:03.779" v="262" actId="6549"/>
        <pc:sldMkLst>
          <pc:docMk/>
          <pc:sldMk cId="240129497" sldId="293"/>
        </pc:sldMkLst>
        <pc:spChg chg="mod">
          <ac:chgData name="BBZW;FMZ; Wicki Michael (Lehrperson)" userId="3f751286-0333-4a5b-a1bf-0c4eee9565b5" providerId="ADAL" clId="{6AC12423-EF61-4221-A390-370EEEF7601B}" dt="2025-09-15T07:08:54.900" v="217"/>
          <ac:spMkLst>
            <pc:docMk/>
            <pc:sldMk cId="240129497" sldId="293"/>
            <ac:spMk id="2" creationId="{05A12E01-55E8-0C5B-0E06-81D770EC6A45}"/>
          </ac:spMkLst>
        </pc:spChg>
        <pc:spChg chg="mod">
          <ac:chgData name="BBZW;FMZ; Wicki Michael (Lehrperson)" userId="3f751286-0333-4a5b-a1bf-0c4eee9565b5" providerId="ADAL" clId="{6AC12423-EF61-4221-A390-370EEEF7601B}" dt="2025-09-15T07:07:49.872" v="209" actId="20577"/>
          <ac:spMkLst>
            <pc:docMk/>
            <pc:sldMk cId="240129497" sldId="293"/>
            <ac:spMk id="6" creationId="{540E3A1C-55F1-302C-97BA-5F0CDA29A71A}"/>
          </ac:spMkLst>
        </pc:spChg>
        <pc:spChg chg="add">
          <ac:chgData name="BBZW;FMZ; Wicki Michael (Lehrperson)" userId="3f751286-0333-4a5b-a1bf-0c4eee9565b5" providerId="ADAL" clId="{6AC12423-EF61-4221-A390-370EEEF7601B}" dt="2025-09-15T07:09:11.232" v="220"/>
          <ac:spMkLst>
            <pc:docMk/>
            <pc:sldMk cId="240129497" sldId="293"/>
            <ac:spMk id="7" creationId="{DF123807-0BCA-3E6E-24AB-7A2EB18FCE2C}"/>
          </ac:spMkLst>
        </pc:spChg>
        <pc:spChg chg="mod">
          <ac:chgData name="BBZW;FMZ; Wicki Michael (Lehrperson)" userId="3f751286-0333-4a5b-a1bf-0c4eee9565b5" providerId="ADAL" clId="{6AC12423-EF61-4221-A390-370EEEF7601B}" dt="2025-09-15T07:09:35.032" v="229" actId="27636"/>
          <ac:spMkLst>
            <pc:docMk/>
            <pc:sldMk cId="240129497" sldId="293"/>
            <ac:spMk id="9" creationId="{992C9F9F-1ED1-09A7-1C70-1EC772064CC8}"/>
          </ac:spMkLst>
        </pc:spChg>
        <pc:spChg chg="mod">
          <ac:chgData name="BBZW;FMZ; Wicki Michael (Lehrperson)" userId="3f751286-0333-4a5b-a1bf-0c4eee9565b5" providerId="ADAL" clId="{6AC12423-EF61-4221-A390-370EEEF7601B}" dt="2025-09-15T07:10:03.779" v="262" actId="6549"/>
          <ac:spMkLst>
            <pc:docMk/>
            <pc:sldMk cId="240129497" sldId="293"/>
            <ac:spMk id="10" creationId="{21ABB033-8AEE-CF06-8A56-5CCC82A20A28}"/>
          </ac:spMkLst>
        </pc:spChg>
      </pc:sldChg>
      <pc:sldChg chg="modSp mod">
        <pc:chgData name="BBZW;FMZ; Wicki Michael (Lehrperson)" userId="3f751286-0333-4a5b-a1bf-0c4eee9565b5" providerId="ADAL" clId="{6AC12423-EF61-4221-A390-370EEEF7601B}" dt="2025-09-15T07:12:07.637" v="308" actId="14100"/>
        <pc:sldMkLst>
          <pc:docMk/>
          <pc:sldMk cId="1794934146" sldId="294"/>
        </pc:sldMkLst>
        <pc:spChg chg="mod">
          <ac:chgData name="BBZW;FMZ; Wicki Michael (Lehrperson)" userId="3f751286-0333-4a5b-a1bf-0c4eee9565b5" providerId="ADAL" clId="{6AC12423-EF61-4221-A390-370EEEF7601B}" dt="2025-09-15T07:11:20.877" v="292"/>
          <ac:spMkLst>
            <pc:docMk/>
            <pc:sldMk cId="1794934146" sldId="294"/>
            <ac:spMk id="2" creationId="{A53F5203-E58B-0DAC-51FE-3BC56CACE182}"/>
          </ac:spMkLst>
        </pc:spChg>
        <pc:spChg chg="mod">
          <ac:chgData name="BBZW;FMZ; Wicki Michael (Lehrperson)" userId="3f751286-0333-4a5b-a1bf-0c4eee9565b5" providerId="ADAL" clId="{6AC12423-EF61-4221-A390-370EEEF7601B}" dt="2025-09-15T07:12:07.637" v="308" actId="14100"/>
          <ac:spMkLst>
            <pc:docMk/>
            <pc:sldMk cId="1794934146" sldId="294"/>
            <ac:spMk id="7" creationId="{41DAB00A-1C17-EE4E-388D-540B1CCD6AF4}"/>
          </ac:spMkLst>
        </pc:spChg>
        <pc:spChg chg="mod">
          <ac:chgData name="BBZW;FMZ; Wicki Michael (Lehrperson)" userId="3f751286-0333-4a5b-a1bf-0c4eee9565b5" providerId="ADAL" clId="{6AC12423-EF61-4221-A390-370EEEF7601B}" dt="2025-09-15T07:12:05.513" v="307" actId="14100"/>
          <ac:spMkLst>
            <pc:docMk/>
            <pc:sldMk cId="1794934146" sldId="294"/>
            <ac:spMk id="8" creationId="{EB6BFE3B-FA31-5E0F-5570-3896A0CFA13F}"/>
          </ac:spMkLst>
        </pc:spChg>
      </pc:sldChg>
      <pc:sldChg chg="addSp modSp add mod modAnim">
        <pc:chgData name="BBZW;FMZ; Wicki Michael (Lehrperson)" userId="3f751286-0333-4a5b-a1bf-0c4eee9565b5" providerId="ADAL" clId="{6AC12423-EF61-4221-A390-370EEEF7601B}" dt="2025-09-15T07:05:41.566" v="80" actId="113"/>
        <pc:sldMkLst>
          <pc:docMk/>
          <pc:sldMk cId="2282663531" sldId="296"/>
        </pc:sldMkLst>
        <pc:spChg chg="mod">
          <ac:chgData name="BBZW;FMZ; Wicki Michael (Lehrperson)" userId="3f751286-0333-4a5b-a1bf-0c4eee9565b5" providerId="ADAL" clId="{6AC12423-EF61-4221-A390-370EEEF7601B}" dt="2025-09-15T07:05:41.566" v="80" actId="113"/>
          <ac:spMkLst>
            <pc:docMk/>
            <pc:sldMk cId="2282663531" sldId="296"/>
            <ac:spMk id="2" creationId="{8D0421CC-12F5-4C65-D94A-0F0D75F1006A}"/>
          </ac:spMkLst>
        </pc:spChg>
        <pc:spChg chg="add">
          <ac:chgData name="BBZW;FMZ; Wicki Michael (Lehrperson)" userId="3f751286-0333-4a5b-a1bf-0c4eee9565b5" providerId="ADAL" clId="{6AC12423-EF61-4221-A390-370EEEF7601B}" dt="2025-09-15T07:02:59.644" v="37"/>
          <ac:spMkLst>
            <pc:docMk/>
            <pc:sldMk cId="2282663531" sldId="296"/>
            <ac:spMk id="7" creationId="{22931F59-43C6-727A-FAEE-B7D42D4335B6}"/>
          </ac:spMkLst>
        </pc:spChg>
      </pc:sldChg>
    </pc:docChg>
  </pc:docChgLst>
  <pc:docChgLst>
    <pc:chgData name="BBZW;FMZ; Wicki Michael (Lehrperson)" userId="3f751286-0333-4a5b-a1bf-0c4eee9565b5" providerId="ADAL" clId="{D03D3322-2906-45DA-A640-8F899A5B7F9D}"/>
    <pc:docChg chg="undo custSel modSld">
      <pc:chgData name="BBZW;FMZ; Wicki Michael (Lehrperson)" userId="3f751286-0333-4a5b-a1bf-0c4eee9565b5" providerId="ADAL" clId="{D03D3322-2906-45DA-A640-8F899A5B7F9D}" dt="2025-09-15T13:31:41.964" v="19" actId="20577"/>
      <pc:docMkLst>
        <pc:docMk/>
      </pc:docMkLst>
      <pc:sldChg chg="addSp delSp modSp mod">
        <pc:chgData name="BBZW;FMZ; Wicki Michael (Lehrperson)" userId="3f751286-0333-4a5b-a1bf-0c4eee9565b5" providerId="ADAL" clId="{D03D3322-2906-45DA-A640-8F899A5B7F9D}" dt="2025-09-15T13:31:41.964" v="19" actId="20577"/>
        <pc:sldMkLst>
          <pc:docMk/>
          <pc:sldMk cId="3092151461" sldId="295"/>
        </pc:sldMkLst>
        <pc:spChg chg="mod">
          <ac:chgData name="BBZW;FMZ; Wicki Michael (Lehrperson)" userId="3f751286-0333-4a5b-a1bf-0c4eee9565b5" providerId="ADAL" clId="{D03D3322-2906-45DA-A640-8F899A5B7F9D}" dt="2025-09-15T13:31:41.964" v="19" actId="20577"/>
          <ac:spMkLst>
            <pc:docMk/>
            <pc:sldMk cId="3092151461" sldId="295"/>
            <ac:spMk id="11" creationId="{FC40F23D-7192-6086-BD27-CC12AB60EFD8}"/>
          </ac:spMkLst>
        </pc:spChg>
        <pc:picChg chg="add mod">
          <ac:chgData name="BBZW;FMZ; Wicki Michael (Lehrperson)" userId="3f751286-0333-4a5b-a1bf-0c4eee9565b5" providerId="ADAL" clId="{D03D3322-2906-45DA-A640-8F899A5B7F9D}" dt="2025-09-15T13:31:36.461" v="7" actId="1076"/>
          <ac:picMkLst>
            <pc:docMk/>
            <pc:sldMk cId="3092151461" sldId="295"/>
            <ac:picMk id="7" creationId="{F6D1EE39-B007-8B80-0822-6F74F707D38A}"/>
          </ac:picMkLst>
        </pc:picChg>
        <pc:picChg chg="del">
          <ac:chgData name="BBZW;FMZ; Wicki Michael (Lehrperson)" userId="3f751286-0333-4a5b-a1bf-0c4eee9565b5" providerId="ADAL" clId="{D03D3322-2906-45DA-A640-8F899A5B7F9D}" dt="2025-09-15T13:31:23.028" v="0" actId="478"/>
          <ac:picMkLst>
            <pc:docMk/>
            <pc:sldMk cId="3092151461" sldId="295"/>
            <ac:picMk id="13" creationId="{8FDA2341-46DD-3BDD-9C08-E4A175B63DAB}"/>
          </ac:picMkLst>
        </pc:picChg>
      </pc:sldChg>
    </pc:docChg>
  </pc:docChgLst>
  <pc:docChgLst>
    <pc:chgData name="Michael Wicki" userId="9abe09b22e4fdb5c" providerId="LiveId" clId="{A9872367-B0AB-463A-AAFC-A2119449FA61}"/>
    <pc:docChg chg="undo custSel addSld delSld modSld">
      <pc:chgData name="Michael Wicki" userId="9abe09b22e4fdb5c" providerId="LiveId" clId="{A9872367-B0AB-463A-AAFC-A2119449FA61}" dt="2024-01-30T20:48:10.475" v="601" actId="20577"/>
      <pc:docMkLst>
        <pc:docMk/>
      </pc:docMkLst>
      <pc:sldChg chg="addSp delSp modSp mod">
        <pc:chgData name="Michael Wicki" userId="9abe09b22e4fdb5c" providerId="LiveId" clId="{A9872367-B0AB-463A-AAFC-A2119449FA61}" dt="2024-01-29T08:25:57.861" v="231" actId="478"/>
        <pc:sldMkLst>
          <pc:docMk/>
          <pc:sldMk cId="111238206" sldId="273"/>
        </pc:sldMkLst>
      </pc:sldChg>
      <pc:sldChg chg="modSp mod">
        <pc:chgData name="Michael Wicki" userId="9abe09b22e4fdb5c" providerId="LiveId" clId="{A9872367-B0AB-463A-AAFC-A2119449FA61}" dt="2024-01-30T15:23:37.872" v="386" actId="20577"/>
        <pc:sldMkLst>
          <pc:docMk/>
          <pc:sldMk cId="1910497273" sldId="274"/>
        </pc:sldMkLst>
      </pc:sldChg>
      <pc:sldChg chg="modSp mod">
        <pc:chgData name="Michael Wicki" userId="9abe09b22e4fdb5c" providerId="LiveId" clId="{A9872367-B0AB-463A-AAFC-A2119449FA61}" dt="2024-01-29T08:11:22.367" v="222" actId="20577"/>
        <pc:sldMkLst>
          <pc:docMk/>
          <pc:sldMk cId="2639902812" sldId="275"/>
        </pc:sldMkLst>
      </pc:sldChg>
      <pc:sldChg chg="modSp mod">
        <pc:chgData name="Michael Wicki" userId="9abe09b22e4fdb5c" providerId="LiveId" clId="{A9872367-B0AB-463A-AAFC-A2119449FA61}" dt="2024-01-29T08:29:14.291" v="317" actId="113"/>
        <pc:sldMkLst>
          <pc:docMk/>
          <pc:sldMk cId="3047418885" sldId="283"/>
        </pc:sldMkLst>
      </pc:sldChg>
      <pc:sldChg chg="modSp mod">
        <pc:chgData name="Michael Wicki" userId="9abe09b22e4fdb5c" providerId="LiveId" clId="{A9872367-B0AB-463A-AAFC-A2119449FA61}" dt="2024-01-29T08:28:47.053" v="315" actId="20577"/>
        <pc:sldMkLst>
          <pc:docMk/>
          <pc:sldMk cId="3687262041" sldId="287"/>
        </pc:sldMkLst>
      </pc:sldChg>
      <pc:sldChg chg="modSp mod">
        <pc:chgData name="Michael Wicki" userId="9abe09b22e4fdb5c" providerId="LiveId" clId="{A9872367-B0AB-463A-AAFC-A2119449FA61}" dt="2024-01-30T20:45:37.815" v="430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A9872367-B0AB-463A-AAFC-A2119449FA61}" dt="2024-01-29T12:56:57.080" v="318" actId="20577"/>
        <pc:sldMkLst>
          <pc:docMk/>
          <pc:sldMk cId="3415275552" sldId="291"/>
        </pc:sldMkLst>
      </pc:sldChg>
      <pc:sldChg chg="delSp modSp add mod">
        <pc:chgData name="Michael Wicki" userId="9abe09b22e4fdb5c" providerId="LiveId" clId="{A9872367-B0AB-463A-AAFC-A2119449FA61}" dt="2024-01-30T15:24:14.423" v="390" actId="20577"/>
        <pc:sldMkLst>
          <pc:docMk/>
          <pc:sldMk cId="519756182" sldId="292"/>
        </pc:sldMkLst>
      </pc:sldChg>
      <pc:sldChg chg="modSp new mod">
        <pc:chgData name="Michael Wicki" userId="9abe09b22e4fdb5c" providerId="LiveId" clId="{A9872367-B0AB-463A-AAFC-A2119449FA61}" dt="2024-01-30T20:48:06.130" v="600" actId="20577"/>
        <pc:sldMkLst>
          <pc:docMk/>
          <pc:sldMk cId="3528841619" sldId="293"/>
        </pc:sldMkLst>
      </pc:sldChg>
      <pc:sldChg chg="modSp new del mod">
        <pc:chgData name="Michael Wicki" userId="9abe09b22e4fdb5c" providerId="LiveId" clId="{A9872367-B0AB-463A-AAFC-A2119449FA61}" dt="2024-01-30T20:47:19.874" v="523" actId="680"/>
        <pc:sldMkLst>
          <pc:docMk/>
          <pc:sldMk cId="2922885528" sldId="294"/>
        </pc:sldMkLst>
      </pc:sldChg>
      <pc:sldChg chg="modSp new mod">
        <pc:chgData name="Michael Wicki" userId="9abe09b22e4fdb5c" providerId="LiveId" clId="{A9872367-B0AB-463A-AAFC-A2119449FA61}" dt="2024-01-30T20:48:10.475" v="601" actId="20577"/>
        <pc:sldMkLst>
          <pc:docMk/>
          <pc:sldMk cId="3176439174" sldId="294"/>
        </pc:sldMkLst>
      </pc:sldChg>
    </pc:docChg>
  </pc:docChgLst>
  <pc:docChgLst>
    <pc:chgData name="BBZW;FMZ; Wicki Michael (Lehrperson)" userId="3f751286-0333-4a5b-a1bf-0c4eee9565b5" providerId="ADAL" clId="{5322CF8F-AA4C-4F8B-80A2-D10306B432EA}"/>
    <pc:docChg chg="modSld">
      <pc:chgData name="BBZW;FMZ; Wicki Michael (Lehrperson)" userId="3f751286-0333-4a5b-a1bf-0c4eee9565b5" providerId="ADAL" clId="{5322CF8F-AA4C-4F8B-80A2-D10306B432EA}" dt="2025-03-10T09:31:29.404" v="0" actId="20577"/>
      <pc:docMkLst>
        <pc:docMk/>
      </pc:docMkLst>
      <pc:sldChg chg="modSp mod">
        <pc:chgData name="BBZW;FMZ; Wicki Michael (Lehrperson)" userId="3f751286-0333-4a5b-a1bf-0c4eee9565b5" providerId="ADAL" clId="{5322CF8F-AA4C-4F8B-80A2-D10306B432EA}" dt="2025-03-10T09:31:29.404" v="0" actId="20577"/>
        <pc:sldMkLst>
          <pc:docMk/>
          <pc:sldMk cId="4215852396" sldId="259"/>
        </pc:sldMkLst>
      </pc:sldChg>
    </pc:docChg>
  </pc:docChgLst>
  <pc:docChgLst>
    <pc:chgData name="BBZW;FMZ; Wicki Michael (Lehrperson)" userId="3f751286-0333-4a5b-a1bf-0c4eee9565b5" providerId="ADAL" clId="{E3BD452F-774E-42B6-88FA-036E2DACF926}"/>
    <pc:docChg chg="modSld">
      <pc:chgData name="BBZW;FMZ; Wicki Michael (Lehrperson)" userId="3f751286-0333-4a5b-a1bf-0c4eee9565b5" providerId="ADAL" clId="{E3BD452F-774E-42B6-88FA-036E2DACF926}" dt="2025-03-10T06:58:07.777" v="2" actId="113"/>
      <pc:docMkLst>
        <pc:docMk/>
      </pc:docMkLst>
      <pc:sldChg chg="modSp mod">
        <pc:chgData name="BBZW;FMZ; Wicki Michael (Lehrperson)" userId="3f751286-0333-4a5b-a1bf-0c4eee9565b5" providerId="ADAL" clId="{E3BD452F-774E-42B6-88FA-036E2DACF926}" dt="2025-03-10T06:58:07.777" v="2" actId="113"/>
        <pc:sldMkLst>
          <pc:docMk/>
          <pc:sldMk cId="240129497" sldId="293"/>
        </pc:sldMkLst>
      </pc:sldChg>
    </pc:docChg>
  </pc:docChgLst>
  <pc:docChgLst>
    <pc:chgData name="BBZW;FMZ; Wicki Michael (Lehrperson)" userId="S::michael.wicki@sluz.ch::3f751286-0333-4a5b-a1bf-0c4eee9565b5" providerId="AD" clId="Web-{BCCC1913-D6D4-4D2E-9D25-3735AF5B26AA}"/>
    <pc:docChg chg="modSld">
      <pc:chgData name="BBZW;FMZ; Wicki Michael (Lehrperson)" userId="S::michael.wicki@sluz.ch::3f751286-0333-4a5b-a1bf-0c4eee9565b5" providerId="AD" clId="Web-{BCCC1913-D6D4-4D2E-9D25-3735AF5B26AA}" dt="2025-09-15T11:53:18.864" v="69" actId="20577"/>
      <pc:docMkLst>
        <pc:docMk/>
      </pc:docMkLst>
      <pc:sldChg chg="modSp">
        <pc:chgData name="BBZW;FMZ; Wicki Michael (Lehrperson)" userId="S::michael.wicki@sluz.ch::3f751286-0333-4a5b-a1bf-0c4eee9565b5" providerId="AD" clId="Web-{BCCC1913-D6D4-4D2E-9D25-3735AF5B26AA}" dt="2025-09-15T11:48:26.072" v="5" actId="20577"/>
        <pc:sldMkLst>
          <pc:docMk/>
          <pc:sldMk cId="4234831045" sldId="292"/>
        </pc:sldMkLst>
        <pc:spChg chg="mod">
          <ac:chgData name="BBZW;FMZ; Wicki Michael (Lehrperson)" userId="S::michael.wicki@sluz.ch::3f751286-0333-4a5b-a1bf-0c4eee9565b5" providerId="AD" clId="Web-{BCCC1913-D6D4-4D2E-9D25-3735AF5B26AA}" dt="2025-09-15T11:48:26.072" v="5" actId="20577"/>
          <ac:spMkLst>
            <pc:docMk/>
            <pc:sldMk cId="4234831045" sldId="292"/>
            <ac:spMk id="2" creationId="{1D63A9A2-3D34-2C38-21EF-25BBDF2B8426}"/>
          </ac:spMkLst>
        </pc:spChg>
      </pc:sldChg>
      <pc:sldChg chg="modSp">
        <pc:chgData name="BBZW;FMZ; Wicki Michael (Lehrperson)" userId="S::michael.wicki@sluz.ch::3f751286-0333-4a5b-a1bf-0c4eee9565b5" providerId="AD" clId="Web-{BCCC1913-D6D4-4D2E-9D25-3735AF5B26AA}" dt="2025-09-15T11:48:41.197" v="12" actId="1076"/>
        <pc:sldMkLst>
          <pc:docMk/>
          <pc:sldMk cId="240129497" sldId="293"/>
        </pc:sldMkLst>
        <pc:spChg chg="mod">
          <ac:chgData name="BBZW;FMZ; Wicki Michael (Lehrperson)" userId="S::michael.wicki@sluz.ch::3f751286-0333-4a5b-a1bf-0c4eee9565b5" providerId="AD" clId="Web-{BCCC1913-D6D4-4D2E-9D25-3735AF5B26AA}" dt="2025-09-15T11:48:33.244" v="7" actId="20577"/>
          <ac:spMkLst>
            <pc:docMk/>
            <pc:sldMk cId="240129497" sldId="293"/>
            <ac:spMk id="2" creationId="{05A12E01-55E8-0C5B-0E06-81D770EC6A45}"/>
          </ac:spMkLst>
        </pc:spChg>
        <pc:spChg chg="mod">
          <ac:chgData name="BBZW;FMZ; Wicki Michael (Lehrperson)" userId="S::michael.wicki@sluz.ch::3f751286-0333-4a5b-a1bf-0c4eee9565b5" providerId="AD" clId="Web-{BCCC1913-D6D4-4D2E-9D25-3735AF5B26AA}" dt="2025-09-15T11:48:36.400" v="11" actId="14100"/>
          <ac:spMkLst>
            <pc:docMk/>
            <pc:sldMk cId="240129497" sldId="293"/>
            <ac:spMk id="9" creationId="{992C9F9F-1ED1-09A7-1C70-1EC772064CC8}"/>
          </ac:spMkLst>
        </pc:spChg>
        <pc:spChg chg="mod">
          <ac:chgData name="BBZW;FMZ; Wicki Michael (Lehrperson)" userId="S::michael.wicki@sluz.ch::3f751286-0333-4a5b-a1bf-0c4eee9565b5" providerId="AD" clId="Web-{BCCC1913-D6D4-4D2E-9D25-3735AF5B26AA}" dt="2025-09-15T11:48:41.197" v="12" actId="1076"/>
          <ac:spMkLst>
            <pc:docMk/>
            <pc:sldMk cId="240129497" sldId="293"/>
            <ac:spMk id="10" creationId="{21ABB033-8AEE-CF06-8A56-5CCC82A20A28}"/>
          </ac:spMkLst>
        </pc:spChg>
      </pc:sldChg>
      <pc:sldChg chg="modSp">
        <pc:chgData name="BBZW;FMZ; Wicki Michael (Lehrperson)" userId="S::michael.wicki@sluz.ch::3f751286-0333-4a5b-a1bf-0c4eee9565b5" providerId="AD" clId="Web-{BCCC1913-D6D4-4D2E-9D25-3735AF5B26AA}" dt="2025-09-15T11:53:18.864" v="69" actId="20577"/>
        <pc:sldMkLst>
          <pc:docMk/>
          <pc:sldMk cId="2282663531" sldId="296"/>
        </pc:sldMkLst>
        <pc:spChg chg="mod">
          <ac:chgData name="BBZW;FMZ; Wicki Michael (Lehrperson)" userId="S::michael.wicki@sluz.ch::3f751286-0333-4a5b-a1bf-0c4eee9565b5" providerId="AD" clId="Web-{BCCC1913-D6D4-4D2E-9D25-3735AF5B26AA}" dt="2025-09-15T11:53:18.864" v="69" actId="20577"/>
          <ac:spMkLst>
            <pc:docMk/>
            <pc:sldMk cId="2282663531" sldId="296"/>
            <ac:spMk id="2" creationId="{8D0421CC-12F5-4C65-D94A-0F0D75F1006A}"/>
          </ac:spMkLst>
        </pc:spChg>
      </pc:sldChg>
    </pc:docChg>
  </pc:docChgLst>
  <pc:docChgLst>
    <pc:chgData name="Michael Wicki" userId="9abe09b22e4fdb5c" providerId="LiveId" clId="{12F4AE18-4666-4DEA-B19D-50408717B1E6}"/>
    <pc:docChg chg="undo custSel addSld delSld modSld sldOrd">
      <pc:chgData name="Michael Wicki" userId="9abe09b22e4fdb5c" providerId="LiveId" clId="{12F4AE18-4666-4DEA-B19D-50408717B1E6}" dt="2024-01-30T09:43:24.768" v="5035" actId="20577"/>
      <pc:docMkLst>
        <pc:docMk/>
      </pc:docMkLst>
      <pc:sldChg chg="modSp mod">
        <pc:chgData name="Michael Wicki" userId="9abe09b22e4fdb5c" providerId="LiveId" clId="{12F4AE18-4666-4DEA-B19D-50408717B1E6}" dt="2024-01-30T09:43:24.768" v="5035" actId="20577"/>
        <pc:sldMkLst>
          <pc:docMk/>
          <pc:sldMk cId="4215852396" sldId="259"/>
        </pc:sldMkLst>
      </pc:sldChg>
      <pc:sldChg chg="del">
        <pc:chgData name="Michael Wicki" userId="9abe09b22e4fdb5c" providerId="LiveId" clId="{12F4AE18-4666-4DEA-B19D-50408717B1E6}" dt="2024-01-27T18:15:15.061" v="3091" actId="47"/>
        <pc:sldMkLst>
          <pc:docMk/>
          <pc:sldMk cId="2662203305" sldId="260"/>
        </pc:sldMkLst>
      </pc:sldChg>
      <pc:sldChg chg="modSp mod">
        <pc:chgData name="Michael Wicki" userId="9abe09b22e4fdb5c" providerId="LiveId" clId="{12F4AE18-4666-4DEA-B19D-50408717B1E6}" dt="2024-01-30T08:47:03.815" v="4717" actId="20577"/>
        <pc:sldMkLst>
          <pc:docMk/>
          <pc:sldMk cId="2841948806" sldId="261"/>
        </pc:sldMkLst>
      </pc:sldChg>
      <pc:sldChg chg="modSp del mod">
        <pc:chgData name="Michael Wicki" userId="9abe09b22e4fdb5c" providerId="LiveId" clId="{12F4AE18-4666-4DEA-B19D-50408717B1E6}" dt="2024-01-27T18:15:00.023" v="3085" actId="47"/>
        <pc:sldMkLst>
          <pc:docMk/>
          <pc:sldMk cId="980920978" sldId="262"/>
        </pc:sldMkLst>
      </pc:sldChg>
      <pc:sldChg chg="modSp del mod ord">
        <pc:chgData name="Michael Wicki" userId="9abe09b22e4fdb5c" providerId="LiveId" clId="{12F4AE18-4666-4DEA-B19D-50408717B1E6}" dt="2024-01-27T15:47:59.780" v="1458" actId="47"/>
        <pc:sldMkLst>
          <pc:docMk/>
          <pc:sldMk cId="1567451325" sldId="263"/>
        </pc:sldMkLst>
      </pc:sldChg>
      <pc:sldChg chg="modSp mod">
        <pc:chgData name="Michael Wicki" userId="9abe09b22e4fdb5c" providerId="LiveId" clId="{12F4AE18-4666-4DEA-B19D-50408717B1E6}" dt="2024-01-27T15:48:23.301" v="1476" actId="20577"/>
        <pc:sldMkLst>
          <pc:docMk/>
          <pc:sldMk cId="193402935" sldId="264"/>
        </pc:sldMkLst>
      </pc:sldChg>
      <pc:sldChg chg="modSp del mod">
        <pc:chgData name="Michael Wicki" userId="9abe09b22e4fdb5c" providerId="LiveId" clId="{12F4AE18-4666-4DEA-B19D-50408717B1E6}" dt="2024-01-27T18:15:04.507" v="3087" actId="47"/>
        <pc:sldMkLst>
          <pc:docMk/>
          <pc:sldMk cId="3671667540" sldId="265"/>
        </pc:sldMkLst>
      </pc:sldChg>
      <pc:sldChg chg="modSp del mod">
        <pc:chgData name="Michael Wicki" userId="9abe09b22e4fdb5c" providerId="LiveId" clId="{12F4AE18-4666-4DEA-B19D-50408717B1E6}" dt="2024-01-27T18:15:07.503" v="3088" actId="47"/>
        <pc:sldMkLst>
          <pc:docMk/>
          <pc:sldMk cId="2962151881" sldId="266"/>
        </pc:sldMkLst>
      </pc:sldChg>
      <pc:sldChg chg="modSp del mod">
        <pc:chgData name="Michael Wicki" userId="9abe09b22e4fdb5c" providerId="LiveId" clId="{12F4AE18-4666-4DEA-B19D-50408717B1E6}" dt="2024-01-27T18:15:09.132" v="3089" actId="47"/>
        <pc:sldMkLst>
          <pc:docMk/>
          <pc:sldMk cId="4060942184" sldId="267"/>
        </pc:sldMkLst>
      </pc:sldChg>
      <pc:sldChg chg="modSp del mod">
        <pc:chgData name="Michael Wicki" userId="9abe09b22e4fdb5c" providerId="LiveId" clId="{12F4AE18-4666-4DEA-B19D-50408717B1E6}" dt="2024-01-27T18:15:12.176" v="3090" actId="47"/>
        <pc:sldMkLst>
          <pc:docMk/>
          <pc:sldMk cId="530994592" sldId="268"/>
        </pc:sldMkLst>
      </pc:sldChg>
      <pc:sldChg chg="del">
        <pc:chgData name="Michael Wicki" userId="9abe09b22e4fdb5c" providerId="LiveId" clId="{12F4AE18-4666-4DEA-B19D-50408717B1E6}" dt="2024-01-27T14:00:09.617" v="997" actId="47"/>
        <pc:sldMkLst>
          <pc:docMk/>
          <pc:sldMk cId="1066179267" sldId="269"/>
        </pc:sldMkLst>
      </pc:sldChg>
      <pc:sldChg chg="modSp add mod">
        <pc:chgData name="Michael Wicki" userId="9abe09b22e4fdb5c" providerId="LiveId" clId="{12F4AE18-4666-4DEA-B19D-50408717B1E6}" dt="2024-01-27T14:00:05.381" v="996" actId="20577"/>
        <pc:sldMkLst>
          <pc:docMk/>
          <pc:sldMk cId="4037828431" sldId="270"/>
        </pc:sldMkLst>
      </pc:sldChg>
      <pc:sldChg chg="modSp add del mod">
        <pc:chgData name="Michael Wicki" userId="9abe09b22e4fdb5c" providerId="LiveId" clId="{12F4AE18-4666-4DEA-B19D-50408717B1E6}" dt="2024-01-27T13:53:05.821" v="502" actId="47"/>
        <pc:sldMkLst>
          <pc:docMk/>
          <pc:sldMk cId="1464576455" sldId="271"/>
        </pc:sldMkLst>
      </pc:sldChg>
      <pc:sldChg chg="modSp add del mod">
        <pc:chgData name="Michael Wicki" userId="9abe09b22e4fdb5c" providerId="LiveId" clId="{12F4AE18-4666-4DEA-B19D-50408717B1E6}" dt="2024-01-27T18:15:01.767" v="3086" actId="47"/>
        <pc:sldMkLst>
          <pc:docMk/>
          <pc:sldMk cId="1782633458" sldId="272"/>
        </pc:sldMkLst>
      </pc:sldChg>
      <pc:sldChg chg="addSp modSp add mod ord">
        <pc:chgData name="Michael Wicki" userId="9abe09b22e4fdb5c" providerId="LiveId" clId="{12F4AE18-4666-4DEA-B19D-50408717B1E6}" dt="2024-01-27T15:01:59.728" v="1107" actId="1037"/>
        <pc:sldMkLst>
          <pc:docMk/>
          <pc:sldMk cId="111238206" sldId="273"/>
        </pc:sldMkLst>
      </pc:sldChg>
      <pc:sldChg chg="modSp add mod ord">
        <pc:chgData name="Michael Wicki" userId="9abe09b22e4fdb5c" providerId="LiveId" clId="{12F4AE18-4666-4DEA-B19D-50408717B1E6}" dt="2024-01-30T08:50:22.506" v="4719"/>
        <pc:sldMkLst>
          <pc:docMk/>
          <pc:sldMk cId="1910497273" sldId="274"/>
        </pc:sldMkLst>
      </pc:sldChg>
      <pc:sldChg chg="modSp add mod ord">
        <pc:chgData name="Michael Wicki" userId="9abe09b22e4fdb5c" providerId="LiveId" clId="{12F4AE18-4666-4DEA-B19D-50408717B1E6}" dt="2024-01-27T15:48:08.341" v="1462" actId="20577"/>
        <pc:sldMkLst>
          <pc:docMk/>
          <pc:sldMk cId="2639902812" sldId="275"/>
        </pc:sldMkLst>
      </pc:sldChg>
      <pc:sldChg chg="addSp delSp modSp add mod modAnim">
        <pc:chgData name="Michael Wicki" userId="9abe09b22e4fdb5c" providerId="LiveId" clId="{12F4AE18-4666-4DEA-B19D-50408717B1E6}" dt="2024-01-27T18:41:52.857" v="3775" actId="1076"/>
        <pc:sldMkLst>
          <pc:docMk/>
          <pc:sldMk cId="1899688467" sldId="276"/>
        </pc:sldMkLst>
      </pc:sldChg>
      <pc:sldChg chg="modSp add mod">
        <pc:chgData name="Michael Wicki" userId="9abe09b22e4fdb5c" providerId="LiveId" clId="{12F4AE18-4666-4DEA-B19D-50408717B1E6}" dt="2024-01-30T08:55:39.518" v="4876" actId="20577"/>
        <pc:sldMkLst>
          <pc:docMk/>
          <pc:sldMk cId="931657825" sldId="277"/>
        </pc:sldMkLst>
      </pc:sldChg>
      <pc:sldChg chg="add del">
        <pc:chgData name="Michael Wicki" userId="9abe09b22e4fdb5c" providerId="LiveId" clId="{12F4AE18-4666-4DEA-B19D-50408717B1E6}" dt="2024-01-27T15:51:03.992" v="1498" actId="47"/>
        <pc:sldMkLst>
          <pc:docMk/>
          <pc:sldMk cId="3348787744" sldId="277"/>
        </pc:sldMkLst>
      </pc:sldChg>
      <pc:sldChg chg="delSp add del mod ord delAnim">
        <pc:chgData name="Michael Wicki" userId="9abe09b22e4fdb5c" providerId="LiveId" clId="{12F4AE18-4666-4DEA-B19D-50408717B1E6}" dt="2024-01-27T16:13:29.206" v="1623" actId="47"/>
        <pc:sldMkLst>
          <pc:docMk/>
          <pc:sldMk cId="3412417297" sldId="277"/>
        </pc:sldMkLst>
      </pc:sldChg>
      <pc:sldChg chg="addSp modSp new mod">
        <pc:chgData name="Michael Wicki" userId="9abe09b22e4fdb5c" providerId="LiveId" clId="{12F4AE18-4666-4DEA-B19D-50408717B1E6}" dt="2024-01-30T09:12:19.500" v="4949" actId="20577"/>
        <pc:sldMkLst>
          <pc:docMk/>
          <pc:sldMk cId="1383627833" sldId="278"/>
        </pc:sldMkLst>
      </pc:sldChg>
      <pc:sldChg chg="addSp delSp modSp new mod modAnim">
        <pc:chgData name="Michael Wicki" userId="9abe09b22e4fdb5c" providerId="LiveId" clId="{12F4AE18-4666-4DEA-B19D-50408717B1E6}" dt="2024-01-27T16:31:08.640" v="2304" actId="14100"/>
        <pc:sldMkLst>
          <pc:docMk/>
          <pc:sldMk cId="2754557349" sldId="279"/>
        </pc:sldMkLst>
      </pc:sldChg>
      <pc:sldChg chg="addSp delSp modSp new mod">
        <pc:chgData name="Michael Wicki" userId="9abe09b22e4fdb5c" providerId="LiveId" clId="{12F4AE18-4666-4DEA-B19D-50408717B1E6}" dt="2024-01-27T16:33:22.138" v="2330" actId="33524"/>
        <pc:sldMkLst>
          <pc:docMk/>
          <pc:sldMk cId="3884583151" sldId="280"/>
        </pc:sldMkLst>
      </pc:sldChg>
      <pc:sldChg chg="addSp delSp modSp new del mod">
        <pc:chgData name="Michael Wicki" userId="9abe09b22e4fdb5c" providerId="LiveId" clId="{12F4AE18-4666-4DEA-B19D-50408717B1E6}" dt="2024-01-27T16:47:38.162" v="2387" actId="47"/>
        <pc:sldMkLst>
          <pc:docMk/>
          <pc:sldMk cId="3941096719" sldId="281"/>
        </pc:sldMkLst>
      </pc:sldChg>
      <pc:sldChg chg="new del">
        <pc:chgData name="Michael Wicki" userId="9abe09b22e4fdb5c" providerId="LiveId" clId="{12F4AE18-4666-4DEA-B19D-50408717B1E6}" dt="2024-01-27T18:14:58.739" v="3084" actId="47"/>
        <pc:sldMkLst>
          <pc:docMk/>
          <pc:sldMk cId="1521905929" sldId="282"/>
        </pc:sldMkLst>
      </pc:sldChg>
      <pc:sldChg chg="addSp delSp modSp add mod ord">
        <pc:chgData name="Michael Wicki" userId="9abe09b22e4fdb5c" providerId="LiveId" clId="{12F4AE18-4666-4DEA-B19D-50408717B1E6}" dt="2024-01-30T09:21:58.357" v="4951" actId="14100"/>
        <pc:sldMkLst>
          <pc:docMk/>
          <pc:sldMk cId="3047418885" sldId="283"/>
        </pc:sldMkLst>
      </pc:sldChg>
      <pc:sldChg chg="new del">
        <pc:chgData name="Michael Wicki" userId="9abe09b22e4fdb5c" providerId="LiveId" clId="{12F4AE18-4666-4DEA-B19D-50408717B1E6}" dt="2024-01-27T18:14:57.709" v="3083" actId="47"/>
        <pc:sldMkLst>
          <pc:docMk/>
          <pc:sldMk cId="3105354897" sldId="284"/>
        </pc:sldMkLst>
      </pc:sldChg>
      <pc:sldChg chg="addSp delSp modSp new mod ord delAnim modAnim">
        <pc:chgData name="Michael Wicki" userId="9abe09b22e4fdb5c" providerId="LiveId" clId="{12F4AE18-4666-4DEA-B19D-50408717B1E6}" dt="2024-01-27T18:43:25.040" v="3785" actId="20577"/>
        <pc:sldMkLst>
          <pc:docMk/>
          <pc:sldMk cId="49119557" sldId="285"/>
        </pc:sldMkLst>
      </pc:sldChg>
      <pc:sldChg chg="new del">
        <pc:chgData name="Michael Wicki" userId="9abe09b22e4fdb5c" providerId="LiveId" clId="{12F4AE18-4666-4DEA-B19D-50408717B1E6}" dt="2024-01-27T17:12:46.611" v="3014" actId="47"/>
        <pc:sldMkLst>
          <pc:docMk/>
          <pc:sldMk cId="344296320" sldId="285"/>
        </pc:sldMkLst>
      </pc:sldChg>
      <pc:sldChg chg="new del">
        <pc:chgData name="Michael Wicki" userId="9abe09b22e4fdb5c" providerId="LiveId" clId="{12F4AE18-4666-4DEA-B19D-50408717B1E6}" dt="2024-01-27T17:12:41.556" v="3012" actId="47"/>
        <pc:sldMkLst>
          <pc:docMk/>
          <pc:sldMk cId="4030725331" sldId="285"/>
        </pc:sldMkLst>
      </pc:sldChg>
      <pc:sldChg chg="modSp add mod">
        <pc:chgData name="Michael Wicki" userId="9abe09b22e4fdb5c" providerId="LiveId" clId="{12F4AE18-4666-4DEA-B19D-50408717B1E6}" dt="2024-01-27T18:43:30.863" v="3795" actId="20577"/>
        <pc:sldMkLst>
          <pc:docMk/>
          <pc:sldMk cId="3381949971" sldId="286"/>
        </pc:sldMkLst>
      </pc:sldChg>
      <pc:sldChg chg="modSp new mod">
        <pc:chgData name="Michael Wicki" userId="9abe09b22e4fdb5c" providerId="LiveId" clId="{12F4AE18-4666-4DEA-B19D-50408717B1E6}" dt="2024-01-27T18:18:12.747" v="3424" actId="20577"/>
        <pc:sldMkLst>
          <pc:docMk/>
          <pc:sldMk cId="3687262041" sldId="287"/>
        </pc:sldMkLst>
      </pc:sldChg>
      <pc:sldChg chg="modSp new mod ord">
        <pc:chgData name="Michael Wicki" userId="9abe09b22e4fdb5c" providerId="LiveId" clId="{12F4AE18-4666-4DEA-B19D-50408717B1E6}" dt="2024-01-30T09:24:27.022" v="5014" actId="20577"/>
        <pc:sldMkLst>
          <pc:docMk/>
          <pc:sldMk cId="1729795977" sldId="288"/>
        </pc:sldMkLst>
      </pc:sldChg>
      <pc:sldChg chg="new del">
        <pc:chgData name="Michael Wicki" userId="9abe09b22e4fdb5c" providerId="LiveId" clId="{12F4AE18-4666-4DEA-B19D-50408717B1E6}" dt="2024-01-27T18:18:57.390" v="3426" actId="47"/>
        <pc:sldMkLst>
          <pc:docMk/>
          <pc:sldMk cId="3655715734" sldId="288"/>
        </pc:sldMkLst>
      </pc:sldChg>
      <pc:sldChg chg="modSp new mod">
        <pc:chgData name="Michael Wicki" userId="9abe09b22e4fdb5c" providerId="LiveId" clId="{12F4AE18-4666-4DEA-B19D-50408717B1E6}" dt="2024-01-27T19:01:17.175" v="4583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12F4AE18-4666-4DEA-B19D-50408717B1E6}" dt="2024-01-30T09:35:39.185" v="5025" actId="20577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49061CF9-6DB9-4011-AA23-E57B8F60C04E}"/>
    <pc:docChg chg="undo custSel addSld delSld modSld sldOrd">
      <pc:chgData name="BBZW;FMZ; Wicki Michael (Lehrperson)" userId="3f751286-0333-4a5b-a1bf-0c4eee9565b5" providerId="ADAL" clId="{49061CF9-6DB9-4011-AA23-E57B8F60C04E}" dt="2024-02-18T16:39:32.587" v="1566" actId="179"/>
      <pc:docMkLst>
        <pc:docMk/>
      </pc:docMkLst>
      <pc:sldChg chg="modSp mod">
        <pc:chgData name="BBZW;FMZ; Wicki Michael (Lehrperson)" userId="3f751286-0333-4a5b-a1bf-0c4eee9565b5" providerId="ADAL" clId="{49061CF9-6DB9-4011-AA23-E57B8F60C04E}" dt="2024-02-18T16:32:10.905" v="1483" actId="20577"/>
        <pc:sldMkLst>
          <pc:docMk/>
          <pc:sldMk cId="4215852396" sldId="259"/>
        </pc:sldMkLst>
      </pc:sldChg>
      <pc:sldChg chg="modSp mod ord">
        <pc:chgData name="BBZW;FMZ; Wicki Michael (Lehrperson)" userId="3f751286-0333-4a5b-a1bf-0c4eee9565b5" providerId="ADAL" clId="{49061CF9-6DB9-4011-AA23-E57B8F60C04E}" dt="2024-02-18T16:29:58.217" v="1450" actId="20577"/>
        <pc:sldMkLst>
          <pc:docMk/>
          <pc:sldMk cId="2841948806" sldId="261"/>
        </pc:sldMkLst>
      </pc:sldChg>
      <pc:sldChg chg="del">
        <pc:chgData name="BBZW;FMZ; Wicki Michael (Lehrperson)" userId="3f751286-0333-4a5b-a1bf-0c4eee9565b5" providerId="ADAL" clId="{49061CF9-6DB9-4011-AA23-E57B8F60C04E}" dt="2024-02-18T16:25:20.583" v="1352" actId="47"/>
        <pc:sldMkLst>
          <pc:docMk/>
          <pc:sldMk cId="193402935" sldId="264"/>
        </pc:sldMkLst>
      </pc:sldChg>
      <pc:sldChg chg="del">
        <pc:chgData name="BBZW;FMZ; Wicki Michael (Lehrperson)" userId="3f751286-0333-4a5b-a1bf-0c4eee9565b5" providerId="ADAL" clId="{49061CF9-6DB9-4011-AA23-E57B8F60C04E}" dt="2024-02-18T15:40:01.490" v="2" actId="47"/>
        <pc:sldMkLst>
          <pc:docMk/>
          <pc:sldMk cId="4037828431" sldId="270"/>
        </pc:sldMkLst>
      </pc:sldChg>
      <pc:sldChg chg="addSp modSp add del mod ord">
        <pc:chgData name="BBZW;FMZ; Wicki Michael (Lehrperson)" userId="3f751286-0333-4a5b-a1bf-0c4eee9565b5" providerId="ADAL" clId="{49061CF9-6DB9-4011-AA23-E57B8F60C04E}" dt="2024-02-18T16:27:07.423" v="1407" actId="14100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49061CF9-6DB9-4011-AA23-E57B8F60C04E}" dt="2024-02-18T15:40:14.880" v="7" actId="47"/>
        <pc:sldMkLst>
          <pc:docMk/>
          <pc:sldMk cId="1910497273" sldId="274"/>
        </pc:sldMkLst>
      </pc:sldChg>
      <pc:sldChg chg="del">
        <pc:chgData name="BBZW;FMZ; Wicki Michael (Lehrperson)" userId="3f751286-0333-4a5b-a1bf-0c4eee9565b5" providerId="ADAL" clId="{49061CF9-6DB9-4011-AA23-E57B8F60C04E}" dt="2024-02-18T15:40:02.262" v="3" actId="47"/>
        <pc:sldMkLst>
          <pc:docMk/>
          <pc:sldMk cId="2639902812" sldId="27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899688467" sldId="276"/>
        </pc:sldMkLst>
      </pc:sldChg>
      <pc:sldChg chg="addSp delSp modSp mod">
        <pc:chgData name="BBZW;FMZ; Wicki Michael (Lehrperson)" userId="3f751286-0333-4a5b-a1bf-0c4eee9565b5" providerId="ADAL" clId="{49061CF9-6DB9-4011-AA23-E57B8F60C04E}" dt="2024-02-18T16:29:31.002" v="1429" actId="948"/>
        <pc:sldMkLst>
          <pc:docMk/>
          <pc:sldMk cId="931657825" sldId="27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383627833" sldId="278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2754557349" sldId="279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884583151" sldId="280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047418885" sldId="283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49119557" sldId="28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381949971" sldId="286"/>
        </pc:sldMkLst>
      </pc:sldChg>
      <pc:sldChg chg="del">
        <pc:chgData name="BBZW;FMZ; Wicki Michael (Lehrperson)" userId="3f751286-0333-4a5b-a1bf-0c4eee9565b5" providerId="ADAL" clId="{49061CF9-6DB9-4011-AA23-E57B8F60C04E}" dt="2024-02-18T15:40:38.211" v="10" actId="47"/>
        <pc:sldMkLst>
          <pc:docMk/>
          <pc:sldMk cId="3687262041" sldId="28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729795977" sldId="288"/>
        </pc:sldMkLst>
      </pc:sldChg>
      <pc:sldChg chg="modSp mod">
        <pc:chgData name="BBZW;FMZ; Wicki Michael (Lehrperson)" userId="3f751286-0333-4a5b-a1bf-0c4eee9565b5" providerId="ADAL" clId="{49061CF9-6DB9-4011-AA23-E57B8F60C04E}" dt="2024-02-18T16:30:21.820" v="1463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49061CF9-6DB9-4011-AA23-E57B8F60C04E}" dt="2024-02-18T16:25:17.215" v="1350" actId="47"/>
        <pc:sldMkLst>
          <pc:docMk/>
          <pc:sldMk cId="4178680484" sldId="290"/>
        </pc:sldMkLst>
      </pc:sldChg>
      <pc:sldChg chg="del">
        <pc:chgData name="BBZW;FMZ; Wicki Michael (Lehrperson)" userId="3f751286-0333-4a5b-a1bf-0c4eee9565b5" providerId="ADAL" clId="{49061CF9-6DB9-4011-AA23-E57B8F60C04E}" dt="2024-02-18T15:40:16.364" v="8" actId="47"/>
        <pc:sldMkLst>
          <pc:docMk/>
          <pc:sldMk cId="3415275552" sldId="291"/>
        </pc:sldMkLst>
      </pc:sldChg>
      <pc:sldChg chg="del">
        <pc:chgData name="BBZW;FMZ; Wicki Michael (Lehrperson)" userId="3f751286-0333-4a5b-a1bf-0c4eee9565b5" providerId="ADAL" clId="{49061CF9-6DB9-4011-AA23-E57B8F60C04E}" dt="2024-02-18T15:40:13.179" v="6" actId="47"/>
        <pc:sldMkLst>
          <pc:docMk/>
          <pc:sldMk cId="519756182" sldId="292"/>
        </pc:sldMkLst>
      </pc:sldChg>
      <pc:sldChg chg="del">
        <pc:chgData name="BBZW;FMZ; Wicki Michael (Lehrperson)" userId="3f751286-0333-4a5b-a1bf-0c4eee9565b5" providerId="ADAL" clId="{49061CF9-6DB9-4011-AA23-E57B8F60C04E}" dt="2024-02-18T16:25:16.298" v="1349" actId="47"/>
        <pc:sldMkLst>
          <pc:docMk/>
          <pc:sldMk cId="3528841619" sldId="293"/>
        </pc:sldMkLst>
      </pc:sldChg>
      <pc:sldChg chg="del">
        <pc:chgData name="BBZW;FMZ; Wicki Michael (Lehrperson)" userId="3f751286-0333-4a5b-a1bf-0c4eee9565b5" providerId="ADAL" clId="{49061CF9-6DB9-4011-AA23-E57B8F60C04E}" dt="2024-02-18T16:25:19.457" v="1351" actId="47"/>
        <pc:sldMkLst>
          <pc:docMk/>
          <pc:sldMk cId="3176439174" sldId="294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39:32.587" v="1566" actId="179"/>
        <pc:sldMkLst>
          <pc:docMk/>
          <pc:sldMk cId="864799744" sldId="295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24:19.482" v="1272" actId="20577"/>
        <pc:sldMkLst>
          <pc:docMk/>
          <pc:sldMk cId="1533711411" sldId="296"/>
        </pc:sldMkLst>
      </pc:sldChg>
    </pc:docChg>
  </pc:docChgLst>
  <pc:docChgLst>
    <pc:chgData name="BBZW;FMZ; Wicki Michael (Lehrperson)" userId="3f751286-0333-4a5b-a1bf-0c4eee9565b5" providerId="ADAL" clId="{9D7D8112-676F-4D52-8E4F-87839CADC103}"/>
    <pc:docChg chg="undo custSel addSld delSld modSld sldOrd">
      <pc:chgData name="BBZW;FMZ; Wicki Michael (Lehrperson)" userId="3f751286-0333-4a5b-a1bf-0c4eee9565b5" providerId="ADAL" clId="{9D7D8112-676F-4D52-8E4F-87839CADC103}" dt="2024-04-24T08:19:42.386" v="1935" actId="404"/>
      <pc:docMkLst>
        <pc:docMk/>
      </pc:docMkLst>
      <pc:sldChg chg="modSp mod">
        <pc:chgData name="BBZW;FMZ; Wicki Michael (Lehrperson)" userId="3f751286-0333-4a5b-a1bf-0c4eee9565b5" providerId="ADAL" clId="{9D7D8112-676F-4D52-8E4F-87839CADC103}" dt="2024-04-17T13:01:24.910" v="1905" actId="20577"/>
        <pc:sldMkLst>
          <pc:docMk/>
          <pc:sldMk cId="4215852396" sldId="259"/>
        </pc:sldMkLst>
      </pc:sldChg>
      <pc:sldChg chg="modSp del mod">
        <pc:chgData name="BBZW;FMZ; Wicki Michael (Lehrperson)" userId="3f751286-0333-4a5b-a1bf-0c4eee9565b5" providerId="ADAL" clId="{9D7D8112-676F-4D52-8E4F-87839CADC103}" dt="2024-04-17T11:25:23.584" v="373" actId="47"/>
        <pc:sldMkLst>
          <pc:docMk/>
          <pc:sldMk cId="2841948806" sldId="261"/>
        </pc:sldMkLst>
      </pc:sldChg>
      <pc:sldChg chg="del">
        <pc:chgData name="BBZW;FMZ; Wicki Michael (Lehrperson)" userId="3f751286-0333-4a5b-a1bf-0c4eee9565b5" providerId="ADAL" clId="{9D7D8112-676F-4D52-8E4F-87839CADC103}" dt="2024-04-17T11:25:18.885" v="372" actId="47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9D7D8112-676F-4D52-8E4F-87839CADC103}" dt="2024-04-17T13:01:16.259" v="1888" actId="47"/>
        <pc:sldMkLst>
          <pc:docMk/>
          <pc:sldMk cId="3606767413" sldId="289"/>
        </pc:sldMkLst>
      </pc:sldChg>
      <pc:sldChg chg="modSp mod addAnim delAnim modAnim">
        <pc:chgData name="BBZW;FMZ; Wicki Michael (Lehrperson)" userId="3f751286-0333-4a5b-a1bf-0c4eee9565b5" providerId="ADAL" clId="{9D7D8112-676F-4D52-8E4F-87839CADC103}" dt="2024-04-17T13:01:03.013" v="1887"/>
        <pc:sldMkLst>
          <pc:docMk/>
          <pc:sldMk cId="1028155850" sldId="291"/>
        </pc:sldMkLst>
      </pc:sldChg>
      <pc:sldChg chg="modSp mod">
        <pc:chgData name="BBZW;FMZ; Wicki Michael (Lehrperson)" userId="3f751286-0333-4a5b-a1bf-0c4eee9565b5" providerId="ADAL" clId="{9D7D8112-676F-4D52-8E4F-87839CADC103}" dt="2024-04-17T11:25:11.413" v="371" actId="20577"/>
        <pc:sldMkLst>
          <pc:docMk/>
          <pc:sldMk cId="4234831045" sldId="292"/>
        </pc:sldMkLst>
      </pc:sldChg>
      <pc:sldChg chg="addSp delSp modSp new mod">
        <pc:chgData name="BBZW;FMZ; Wicki Michael (Lehrperson)" userId="3f751286-0333-4a5b-a1bf-0c4eee9565b5" providerId="ADAL" clId="{9D7D8112-676F-4D52-8E4F-87839CADC103}" dt="2024-04-17T11:56:05.240" v="956" actId="20577"/>
        <pc:sldMkLst>
          <pc:docMk/>
          <pc:sldMk cId="240129497" sldId="293"/>
        </pc:sldMkLst>
      </pc:sldChg>
      <pc:sldChg chg="del">
        <pc:chgData name="BBZW;FMZ; Wicki Michael (Lehrperson)" userId="3f751286-0333-4a5b-a1bf-0c4eee9565b5" providerId="ADAL" clId="{9D7D8112-676F-4D52-8E4F-87839CADC103}" dt="2024-04-17T11:25:29.913" v="374" actId="47"/>
        <pc:sldMkLst>
          <pc:docMk/>
          <pc:sldMk cId="3155462989" sldId="293"/>
        </pc:sldMkLst>
      </pc:sldChg>
      <pc:sldChg chg="del">
        <pc:chgData name="BBZW;FMZ; Wicki Michael (Lehrperson)" userId="3f751286-0333-4a5b-a1bf-0c4eee9565b5" providerId="ADAL" clId="{9D7D8112-676F-4D52-8E4F-87839CADC103}" dt="2024-04-17T11:25:30.717" v="375" actId="47"/>
        <pc:sldMkLst>
          <pc:docMk/>
          <pc:sldMk cId="239634548" sldId="294"/>
        </pc:sldMkLst>
      </pc:sldChg>
      <pc:sldChg chg="addSp modSp new mod ord">
        <pc:chgData name="BBZW;FMZ; Wicki Michael (Lehrperson)" userId="3f751286-0333-4a5b-a1bf-0c4eee9565b5" providerId="ADAL" clId="{9D7D8112-676F-4D52-8E4F-87839CADC103}" dt="2024-04-17T12:44:07.018" v="1188" actId="14100"/>
        <pc:sldMkLst>
          <pc:docMk/>
          <pc:sldMk cId="1794934146" sldId="294"/>
        </pc:sldMkLst>
      </pc:sldChg>
      <pc:sldChg chg="del">
        <pc:chgData name="BBZW;FMZ; Wicki Michael (Lehrperson)" userId="3f751286-0333-4a5b-a1bf-0c4eee9565b5" providerId="ADAL" clId="{9D7D8112-676F-4D52-8E4F-87839CADC103}" dt="2024-04-17T11:25:31.419" v="376" actId="47"/>
        <pc:sldMkLst>
          <pc:docMk/>
          <pc:sldMk cId="1163257813" sldId="295"/>
        </pc:sldMkLst>
      </pc:sldChg>
      <pc:sldChg chg="addSp delSp modSp new mod">
        <pc:chgData name="BBZW;FMZ; Wicki Michael (Lehrperson)" userId="3f751286-0333-4a5b-a1bf-0c4eee9565b5" providerId="ADAL" clId="{9D7D8112-676F-4D52-8E4F-87839CADC103}" dt="2024-04-24T08:19:42.386" v="1935" actId="404"/>
        <pc:sldMkLst>
          <pc:docMk/>
          <pc:sldMk cId="3092151461" sldId="295"/>
        </pc:sldMkLst>
      </pc:sldChg>
      <pc:sldChg chg="del">
        <pc:chgData name="BBZW;FMZ; Wicki Michael (Lehrperson)" userId="3f751286-0333-4a5b-a1bf-0c4eee9565b5" providerId="ADAL" clId="{9D7D8112-676F-4D52-8E4F-87839CADC103}" dt="2024-04-17T11:25:32.210" v="377" actId="47"/>
        <pc:sldMkLst>
          <pc:docMk/>
          <pc:sldMk cId="369733468" sldId="296"/>
        </pc:sldMkLst>
      </pc:sldChg>
      <pc:sldChg chg="del">
        <pc:chgData name="BBZW;FMZ; Wicki Michael (Lehrperson)" userId="3f751286-0333-4a5b-a1bf-0c4eee9565b5" providerId="ADAL" clId="{9D7D8112-676F-4D52-8E4F-87839CADC103}" dt="2024-04-17T11:25:33.192" v="378" actId="47"/>
        <pc:sldMkLst>
          <pc:docMk/>
          <pc:sldMk cId="935891149" sldId="297"/>
        </pc:sldMkLst>
      </pc:sldChg>
      <pc:sldChg chg="del">
        <pc:chgData name="BBZW;FMZ; Wicki Michael (Lehrperson)" userId="3f751286-0333-4a5b-a1bf-0c4eee9565b5" providerId="ADAL" clId="{9D7D8112-676F-4D52-8E4F-87839CADC103}" dt="2024-04-17T11:25:36.204" v="379" actId="47"/>
        <pc:sldMkLst>
          <pc:docMk/>
          <pc:sldMk cId="3549491229" sldId="298"/>
        </pc:sldMkLst>
      </pc:sldChg>
    </pc:docChg>
  </pc:docChgLst>
  <pc:docChgLst>
    <pc:chgData name="BBZW;FMZ; Wicki Michael (Lehrperson)" userId="3f751286-0333-4a5b-a1bf-0c4eee9565b5" providerId="ADAL" clId="{DE779135-C25E-4D3B-AE4B-AA67F91830BB}"/>
    <pc:docChg chg="undo redo custSel addSld delSld modSld">
      <pc:chgData name="BBZW;FMZ; Wicki Michael (Lehrperson)" userId="3f751286-0333-4a5b-a1bf-0c4eee9565b5" providerId="ADAL" clId="{DE779135-C25E-4D3B-AE4B-AA67F91830BB}" dt="2024-02-27T21:20:23.440" v="1911" actId="33524"/>
      <pc:docMkLst>
        <pc:docMk/>
      </pc:docMkLst>
      <pc:sldChg chg="modSp mod">
        <pc:chgData name="BBZW;FMZ; Wicki Michael (Lehrperson)" userId="3f751286-0333-4a5b-a1bf-0c4eee9565b5" providerId="ADAL" clId="{DE779135-C25E-4D3B-AE4B-AA67F91830BB}" dt="2024-02-27T19:17:12.777" v="27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E779135-C25E-4D3B-AE4B-AA67F91830BB}" dt="2024-02-27T20:10:02.730" v="29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DE779135-C25E-4D3B-AE4B-AA67F91830BB}" dt="2024-02-27T19:17:58.360" v="126" actId="1038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DE779135-C25E-4D3B-AE4B-AA67F91830BB}" dt="2024-02-27T19:18:32.962" v="127" actId="47"/>
        <pc:sldMkLst>
          <pc:docMk/>
          <pc:sldMk cId="931657825" sldId="277"/>
        </pc:sldMkLst>
      </pc:sldChg>
      <pc:sldChg chg="modSp mod">
        <pc:chgData name="BBZW;FMZ; Wicki Michael (Lehrperson)" userId="3f751286-0333-4a5b-a1bf-0c4eee9565b5" providerId="ADAL" clId="{DE779135-C25E-4D3B-AE4B-AA67F91830BB}" dt="2024-02-27T20:16:55.081" v="503" actId="20577"/>
        <pc:sldMkLst>
          <pc:docMk/>
          <pc:sldMk cId="3606767413" sldId="289"/>
        </pc:sldMkLst>
      </pc:sldChg>
      <pc:sldChg chg="modSp mod">
        <pc:chgData name="BBZW;FMZ; Wicki Michael (Lehrperson)" userId="3f751286-0333-4a5b-a1bf-0c4eee9565b5" providerId="ADAL" clId="{DE779135-C25E-4D3B-AE4B-AA67F91830BB}" dt="2024-02-27T21:20:23.440" v="1911" actId="33524"/>
        <pc:sldMkLst>
          <pc:docMk/>
          <pc:sldMk cId="864799744" sldId="295"/>
        </pc:sldMkLst>
      </pc:sldChg>
      <pc:sldChg chg="del">
        <pc:chgData name="BBZW;FMZ; Wicki Michael (Lehrperson)" userId="3f751286-0333-4a5b-a1bf-0c4eee9565b5" providerId="ADAL" clId="{DE779135-C25E-4D3B-AE4B-AA67F91830BB}" dt="2024-02-27T19:18:37.648" v="128" actId="47"/>
        <pc:sldMkLst>
          <pc:docMk/>
          <pc:sldMk cId="1533711411" sldId="296"/>
        </pc:sldMkLst>
      </pc:sldChg>
      <pc:sldChg chg="modSp new mod">
        <pc:chgData name="BBZW;FMZ; Wicki Michael (Lehrperson)" userId="3f751286-0333-4a5b-a1bf-0c4eee9565b5" providerId="ADAL" clId="{DE779135-C25E-4D3B-AE4B-AA67F91830BB}" dt="2024-02-27T19:19:23.217" v="132" actId="20577"/>
        <pc:sldMkLst>
          <pc:docMk/>
          <pc:sldMk cId="1991028417" sldId="296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2:49.916" v="204" actId="1076"/>
        <pc:sldMkLst>
          <pc:docMk/>
          <pc:sldMk cId="1473456316" sldId="297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4:49.123" v="262" actId="27636"/>
        <pc:sldMkLst>
          <pc:docMk/>
          <pc:sldMk cId="1397427180" sldId="298"/>
        </pc:sldMkLst>
      </pc:sldChg>
      <pc:sldChg chg="modSp new mod">
        <pc:chgData name="BBZW;FMZ; Wicki Michael (Lehrperson)" userId="3f751286-0333-4a5b-a1bf-0c4eee9565b5" providerId="ADAL" clId="{DE779135-C25E-4D3B-AE4B-AA67F91830BB}" dt="2024-02-27T21:17:28.229" v="1867" actId="20577"/>
        <pc:sldMkLst>
          <pc:docMk/>
          <pc:sldMk cId="1376798052" sldId="299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1:18:47.691" v="1910" actId="1036"/>
        <pc:sldMkLst>
          <pc:docMk/>
          <pc:sldMk cId="1385793807" sldId="300"/>
        </pc:sldMkLst>
      </pc:sldChg>
      <pc:sldChg chg="new del">
        <pc:chgData name="BBZW;FMZ; Wicki Michael (Lehrperson)" userId="3f751286-0333-4a5b-a1bf-0c4eee9565b5" providerId="ADAL" clId="{DE779135-C25E-4D3B-AE4B-AA67F91830BB}" dt="2024-02-27T20:12:55.413" v="324" actId="680"/>
        <pc:sldMkLst>
          <pc:docMk/>
          <pc:sldMk cId="1394949955" sldId="300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0:15:18.816" v="443" actId="1076"/>
        <pc:sldMkLst>
          <pc:docMk/>
          <pc:sldMk cId="733768050" sldId="301"/>
        </pc:sldMkLst>
      </pc:sldChg>
      <pc:sldChg chg="addSp modSp new mod">
        <pc:chgData name="BBZW;FMZ; Wicki Michael (Lehrperson)" userId="3f751286-0333-4a5b-a1bf-0c4eee9565b5" providerId="ADAL" clId="{DE779135-C25E-4D3B-AE4B-AA67F91830BB}" dt="2024-02-27T20:36:53.763" v="881"/>
        <pc:sldMkLst>
          <pc:docMk/>
          <pc:sldMk cId="1981356801" sldId="302"/>
        </pc:sldMkLst>
      </pc:sldChg>
      <pc:sldChg chg="addSp delSp modSp add mod">
        <pc:chgData name="BBZW;FMZ; Wicki Michael (Lehrperson)" userId="3f751286-0333-4a5b-a1bf-0c4eee9565b5" providerId="ADAL" clId="{DE779135-C25E-4D3B-AE4B-AA67F91830BB}" dt="2024-02-27T20:33:44.927" v="795" actId="478"/>
        <pc:sldMkLst>
          <pc:docMk/>
          <pc:sldMk cId="1460869136" sldId="303"/>
        </pc:sldMkLst>
      </pc:sldChg>
      <pc:sldChg chg="delSp modSp add mod">
        <pc:chgData name="BBZW;FMZ; Wicki Michael (Lehrperson)" userId="3f751286-0333-4a5b-a1bf-0c4eee9565b5" providerId="ADAL" clId="{DE779135-C25E-4D3B-AE4B-AA67F91830BB}" dt="2024-02-27T20:40:36.764" v="1020" actId="20577"/>
        <pc:sldMkLst>
          <pc:docMk/>
          <pc:sldMk cId="512937652" sldId="304"/>
        </pc:sldMkLst>
      </pc:sldChg>
      <pc:sldChg chg="modSp add del mod">
        <pc:chgData name="BBZW;FMZ; Wicki Michael (Lehrperson)" userId="3f751286-0333-4a5b-a1bf-0c4eee9565b5" providerId="ADAL" clId="{DE779135-C25E-4D3B-AE4B-AA67F91830BB}" dt="2024-02-27T20:33:12.479" v="776" actId="47"/>
        <pc:sldMkLst>
          <pc:docMk/>
          <pc:sldMk cId="620648425" sldId="304"/>
        </pc:sldMkLst>
      </pc:sldChg>
      <pc:sldChg chg="modSp new mod">
        <pc:chgData name="BBZW;FMZ; Wicki Michael (Lehrperson)" userId="3f751286-0333-4a5b-a1bf-0c4eee9565b5" providerId="ADAL" clId="{DE779135-C25E-4D3B-AE4B-AA67F91830BB}" dt="2024-02-27T20:48:16.959" v="1376" actId="27636"/>
        <pc:sldMkLst>
          <pc:docMk/>
          <pc:sldMk cId="2252117485" sldId="305"/>
        </pc:sldMkLst>
      </pc:sldChg>
    </pc:docChg>
  </pc:docChgLst>
  <pc:docChgLst>
    <pc:chgData name="BBZW;FMZ; Wicki Michael (Lehrperson)" userId="3f751286-0333-4a5b-a1bf-0c4eee9565b5" providerId="ADAL" clId="{53833697-2900-483C-B59A-8B3F94CB5A48}"/>
    <pc:docChg chg="modSld">
      <pc:chgData name="BBZW;FMZ; Wicki Michael (Lehrperson)" userId="3f751286-0333-4a5b-a1bf-0c4eee9565b5" providerId="ADAL" clId="{53833697-2900-483C-B59A-8B3F94CB5A48}" dt="2024-04-17T11:19:11.077" v="1" actId="20577"/>
      <pc:docMkLst>
        <pc:docMk/>
      </pc:docMkLst>
      <pc:sldChg chg="modSp mod">
        <pc:chgData name="BBZW;FMZ; Wicki Michael (Lehrperson)" userId="3f751286-0333-4a5b-a1bf-0c4eee9565b5" providerId="ADAL" clId="{53833697-2900-483C-B59A-8B3F94CB5A48}" dt="2024-04-17T11:19:11.077" v="1" actId="20577"/>
        <pc:sldMkLst>
          <pc:docMk/>
          <pc:sldMk cId="369733468" sldId="296"/>
        </pc:sldMkLst>
      </pc:sldChg>
    </pc:docChg>
  </pc:docChgLst>
  <pc:docChgLst>
    <pc:chgData name="BBZW;FMZ; Wicki Michael (Lehrperson)" userId="3f751286-0333-4a5b-a1bf-0c4eee9565b5" providerId="ADAL" clId="{08CE4C69-845A-4175-B252-4FC8B687D7A9}"/>
    <pc:docChg chg="undo custSel addSld modSld">
      <pc:chgData name="BBZW;FMZ; Wicki Michael (Lehrperson)" userId="3f751286-0333-4a5b-a1bf-0c4eee9565b5" providerId="ADAL" clId="{08CE4C69-845A-4175-B252-4FC8B687D7A9}" dt="2024-03-13T06:28:25.211" v="955" actId="20577"/>
      <pc:docMkLst>
        <pc:docMk/>
      </pc:docMkLst>
      <pc:sldChg chg="modSp mod">
        <pc:chgData name="BBZW;FMZ; Wicki Michael (Lehrperson)" userId="3f751286-0333-4a5b-a1bf-0c4eee9565b5" providerId="ADAL" clId="{08CE4C69-845A-4175-B252-4FC8B687D7A9}" dt="2024-03-13T06:12:45.318" v="2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08CE4C69-845A-4175-B252-4FC8B687D7A9}" dt="2024-03-13T06:16:49.287" v="72" actId="20577"/>
        <pc:sldMkLst>
          <pc:docMk/>
          <pc:sldMk cId="3606767413" sldId="289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5:51.835" v="49" actId="20577"/>
        <pc:sldMkLst>
          <pc:docMk/>
          <pc:sldMk cId="2355103116" sldId="290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5:56.130" v="50"/>
        <pc:sldMkLst>
          <pc:docMk/>
          <pc:sldMk cId="465808879" sldId="291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7:26.416" v="83" actId="1076"/>
        <pc:sldMkLst>
          <pc:docMk/>
          <pc:sldMk cId="1445171776" sldId="292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25:37.312" v="451" actId="1035"/>
        <pc:sldMkLst>
          <pc:docMk/>
          <pc:sldMk cId="3152346858" sldId="293"/>
        </pc:sldMkLst>
      </pc:sldChg>
      <pc:sldChg chg="modSp new mod">
        <pc:chgData name="BBZW;FMZ; Wicki Michael (Lehrperson)" userId="3f751286-0333-4a5b-a1bf-0c4eee9565b5" providerId="ADAL" clId="{08CE4C69-845A-4175-B252-4FC8B687D7A9}" dt="2024-03-13T06:28:25.211" v="955" actId="20577"/>
        <pc:sldMkLst>
          <pc:docMk/>
          <pc:sldMk cId="1232265588" sldId="294"/>
        </pc:sldMkLst>
      </pc:sldChg>
    </pc:docChg>
  </pc:docChgLst>
  <pc:docChgLst>
    <pc:chgData name="BBZW;FMZ; Wicki Michael (Lehrperson)" userId="3f751286-0333-4a5b-a1bf-0c4eee9565b5" providerId="ADAL" clId="{7EC52E87-5128-4033-85A1-39357142B521}"/>
    <pc:docChg chg="undo custSel addSld delSld modSld">
      <pc:chgData name="BBZW;FMZ; Wicki Michael (Lehrperson)" userId="3f751286-0333-4a5b-a1bf-0c4eee9565b5" providerId="ADAL" clId="{7EC52E87-5128-4033-85A1-39357142B521}" dt="2024-04-17T06:41:12.460" v="1804" actId="1035"/>
      <pc:docMkLst>
        <pc:docMk/>
      </pc:docMkLst>
      <pc:sldChg chg="modSp mod">
        <pc:chgData name="BBZW;FMZ; Wicki Michael (Lehrperson)" userId="3f751286-0333-4a5b-a1bf-0c4eee9565b5" providerId="ADAL" clId="{7EC52E87-5128-4033-85A1-39357142B521}" dt="2024-04-17T05:44:04.274" v="45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7EC52E87-5128-4033-85A1-39357142B521}" dt="2024-04-17T05:44:20.177" v="106" actId="6549"/>
        <pc:sldMkLst>
          <pc:docMk/>
          <pc:sldMk cId="2841948806" sldId="261"/>
        </pc:sldMkLst>
      </pc:sldChg>
      <pc:sldChg chg="addSp delSp modSp mod">
        <pc:chgData name="BBZW;FMZ; Wicki Michael (Lehrperson)" userId="3f751286-0333-4a5b-a1bf-0c4eee9565b5" providerId="ADAL" clId="{7EC52E87-5128-4033-85A1-39357142B521}" dt="2024-04-17T05:46:07.604" v="146" actId="14100"/>
        <pc:sldMkLst>
          <pc:docMk/>
          <pc:sldMk cId="111238206" sldId="273"/>
        </pc:sldMkLst>
      </pc:sldChg>
      <pc:sldChg chg="modSp mod">
        <pc:chgData name="BBZW;FMZ; Wicki Michael (Lehrperson)" userId="3f751286-0333-4a5b-a1bf-0c4eee9565b5" providerId="ADAL" clId="{7EC52E87-5128-4033-85A1-39357142B521}" dt="2024-04-17T05:46:53.324" v="209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7EC52E87-5128-4033-85A1-39357142B521}" dt="2024-04-17T05:46:28.253" v="181" actId="47"/>
        <pc:sldMkLst>
          <pc:docMk/>
          <pc:sldMk cId="2355103116" sldId="290"/>
        </pc:sldMkLst>
      </pc:sldChg>
      <pc:sldChg chg="delSp modSp mod">
        <pc:chgData name="BBZW;FMZ; Wicki Michael (Lehrperson)" userId="3f751286-0333-4a5b-a1bf-0c4eee9565b5" providerId="ADAL" clId="{7EC52E87-5128-4033-85A1-39357142B521}" dt="2024-04-17T05:48:22.845" v="344" actId="20577"/>
        <pc:sldMkLst>
          <pc:docMk/>
          <pc:sldMk cId="1028155850" sldId="291"/>
        </pc:sldMkLst>
      </pc:sldChg>
      <pc:sldChg chg="del">
        <pc:chgData name="BBZW;FMZ; Wicki Michael (Lehrperson)" userId="3f751286-0333-4a5b-a1bf-0c4eee9565b5" providerId="ADAL" clId="{7EC52E87-5128-4033-85A1-39357142B521}" dt="2024-04-17T05:46:30.023" v="183" actId="47"/>
        <pc:sldMkLst>
          <pc:docMk/>
          <pc:sldMk cId="142506485" sldId="292"/>
        </pc:sldMkLst>
      </pc:sldChg>
      <pc:sldChg chg="addSp delSp modSp new mod">
        <pc:chgData name="BBZW;FMZ; Wicki Michael (Lehrperson)" userId="3f751286-0333-4a5b-a1bf-0c4eee9565b5" providerId="ADAL" clId="{7EC52E87-5128-4033-85A1-39357142B521}" dt="2024-04-17T05:49:31.267" v="428" actId="22"/>
        <pc:sldMkLst>
          <pc:docMk/>
          <pc:sldMk cId="4234831045" sldId="292"/>
        </pc:sldMkLst>
      </pc:sldChg>
      <pc:sldChg chg="del">
        <pc:chgData name="BBZW;FMZ; Wicki Michael (Lehrperson)" userId="3f751286-0333-4a5b-a1bf-0c4eee9565b5" providerId="ADAL" clId="{7EC52E87-5128-4033-85A1-39357142B521}" dt="2024-04-17T05:46:30.667" v="184" actId="47"/>
        <pc:sldMkLst>
          <pc:docMk/>
          <pc:sldMk cId="2190786122" sldId="293"/>
        </pc:sldMkLst>
      </pc:sldChg>
      <pc:sldChg chg="addSp modSp new mod">
        <pc:chgData name="BBZW;FMZ; Wicki Michael (Lehrperson)" userId="3f751286-0333-4a5b-a1bf-0c4eee9565b5" providerId="ADAL" clId="{7EC52E87-5128-4033-85A1-39357142B521}" dt="2024-04-17T05:55:24.267" v="490" actId="1076"/>
        <pc:sldMkLst>
          <pc:docMk/>
          <pc:sldMk cId="3155462989" sldId="293"/>
        </pc:sldMkLst>
      </pc:sldChg>
      <pc:sldChg chg="addSp modSp new mod">
        <pc:chgData name="BBZW;FMZ; Wicki Michael (Lehrperson)" userId="3f751286-0333-4a5b-a1bf-0c4eee9565b5" providerId="ADAL" clId="{7EC52E87-5128-4033-85A1-39357142B521}" dt="2024-04-17T06:17:07.167" v="620" actId="20577"/>
        <pc:sldMkLst>
          <pc:docMk/>
          <pc:sldMk cId="239634548" sldId="294"/>
        </pc:sldMkLst>
      </pc:sldChg>
      <pc:sldChg chg="del">
        <pc:chgData name="BBZW;FMZ; Wicki Michael (Lehrperson)" userId="3f751286-0333-4a5b-a1bf-0c4eee9565b5" providerId="ADAL" clId="{7EC52E87-5128-4033-85A1-39357142B521}" dt="2024-04-17T05:46:29.372" v="182" actId="47"/>
        <pc:sldMkLst>
          <pc:docMk/>
          <pc:sldMk cId="2640504373" sldId="294"/>
        </pc:sldMkLst>
      </pc:sldChg>
      <pc:sldChg chg="addSp modSp new mod">
        <pc:chgData name="BBZW;FMZ; Wicki Michael (Lehrperson)" userId="3f751286-0333-4a5b-a1bf-0c4eee9565b5" providerId="ADAL" clId="{7EC52E87-5128-4033-85A1-39357142B521}" dt="2024-04-17T06:17:01.728" v="611" actId="20577"/>
        <pc:sldMkLst>
          <pc:docMk/>
          <pc:sldMk cId="1163257813" sldId="295"/>
        </pc:sldMkLst>
      </pc:sldChg>
      <pc:sldChg chg="modSp new mod">
        <pc:chgData name="BBZW;FMZ; Wicki Michael (Lehrperson)" userId="3f751286-0333-4a5b-a1bf-0c4eee9565b5" providerId="ADAL" clId="{7EC52E87-5128-4033-85A1-39357142B521}" dt="2024-04-17T06:28:52.803" v="948" actId="20577"/>
        <pc:sldMkLst>
          <pc:docMk/>
          <pc:sldMk cId="369733468" sldId="296"/>
        </pc:sldMkLst>
      </pc:sldChg>
      <pc:sldChg chg="modSp add mod">
        <pc:chgData name="BBZW;FMZ; Wicki Michael (Lehrperson)" userId="3f751286-0333-4a5b-a1bf-0c4eee9565b5" providerId="ADAL" clId="{7EC52E87-5128-4033-85A1-39357142B521}" dt="2024-04-17T06:32:44.222" v="1394" actId="20577"/>
        <pc:sldMkLst>
          <pc:docMk/>
          <pc:sldMk cId="935891149" sldId="297"/>
        </pc:sldMkLst>
      </pc:sldChg>
      <pc:sldChg chg="addSp modSp new mod">
        <pc:chgData name="BBZW;FMZ; Wicki Michael (Lehrperson)" userId="3f751286-0333-4a5b-a1bf-0c4eee9565b5" providerId="ADAL" clId="{7EC52E87-5128-4033-85A1-39357142B521}" dt="2024-04-17T06:41:12.460" v="1804" actId="1035"/>
        <pc:sldMkLst>
          <pc:docMk/>
          <pc:sldMk cId="3549491229" sldId="298"/>
        </pc:sldMkLst>
      </pc:sldChg>
    </pc:docChg>
  </pc:docChgLst>
  <pc:docChgLst>
    <pc:chgData name="BBZW;FMZ; Wicki Michael (Lehrperson)" userId="3f751286-0333-4a5b-a1bf-0c4eee9565b5" providerId="ADAL" clId="{770A1572-A301-46DB-BDA2-8A072A2A62A9}"/>
    <pc:docChg chg="modSld">
      <pc:chgData name="BBZW;FMZ; Wicki Michael (Lehrperson)" userId="3f751286-0333-4a5b-a1bf-0c4eee9565b5" providerId="ADAL" clId="{770A1572-A301-46DB-BDA2-8A072A2A62A9}" dt="2024-01-31T12:10:21.037" v="1"/>
      <pc:docMkLst>
        <pc:docMk/>
      </pc:docMkLst>
      <pc:sldChg chg="modSp mod">
        <pc:chgData name="BBZW;FMZ; Wicki Michael (Lehrperson)" userId="3f751286-0333-4a5b-a1bf-0c4eee9565b5" providerId="ADAL" clId="{770A1572-A301-46DB-BDA2-8A072A2A62A9}" dt="2024-01-31T12:10:21.037" v="1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DDA65C7B-07DF-45A2-92A6-BE545531E6D8}"/>
    <pc:docChg chg="undo custSel modSld">
      <pc:chgData name="BBZW;FMZ; Wicki Michael (Lehrperson)" userId="3f751286-0333-4a5b-a1bf-0c4eee9565b5" providerId="ADAL" clId="{DDA65C7B-07DF-45A2-92A6-BE545531E6D8}" dt="2024-03-27T07:57:18.185" v="79" actId="20577"/>
      <pc:docMkLst>
        <pc:docMk/>
      </pc:docMkLst>
      <pc:sldChg chg="modSp mod">
        <pc:chgData name="BBZW;FMZ; Wicki Michael (Lehrperson)" userId="3f751286-0333-4a5b-a1bf-0c4eee9565b5" providerId="ADAL" clId="{DDA65C7B-07DF-45A2-92A6-BE545531E6D8}" dt="2024-03-27T07:00:10.732" v="26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DA65C7B-07DF-45A2-92A6-BE545531E6D8}" dt="2024-03-27T07:57:18.185" v="79" actId="20577"/>
        <pc:sldMkLst>
          <pc:docMk/>
          <pc:sldMk cId="2841948806" sldId="261"/>
        </pc:sldMkLst>
      </pc:sldChg>
    </pc:docChg>
  </pc:docChgLst>
  <pc:docChgLst>
    <pc:chgData name="BBZW;FMZ; Wicki Michael (Lehrperson)" userId="3f751286-0333-4a5b-a1bf-0c4eee9565b5" providerId="ADAL" clId="{D6E0361D-90CC-45F4-9A92-3898C9045079}"/>
    <pc:docChg chg="undo custSel addSld delSld modSld">
      <pc:chgData name="BBZW;FMZ; Wicki Michael (Lehrperson)" userId="3f751286-0333-4a5b-a1bf-0c4eee9565b5" providerId="ADAL" clId="{D6E0361D-90CC-45F4-9A92-3898C9045079}" dt="2024-03-27T05:45:00.888" v="687"/>
      <pc:docMkLst>
        <pc:docMk/>
      </pc:docMkLst>
      <pc:sldChg chg="modSp mod">
        <pc:chgData name="BBZW;FMZ; Wicki Michael (Lehrperson)" userId="3f751286-0333-4a5b-a1bf-0c4eee9565b5" providerId="ADAL" clId="{D6E0361D-90CC-45F4-9A92-3898C9045079}" dt="2024-03-26T13:07:04.974" v="12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6E0361D-90CC-45F4-9A92-3898C9045079}" dt="2024-03-26T13:07:20.455" v="14" actId="14100"/>
        <pc:sldMkLst>
          <pc:docMk/>
          <pc:sldMk cId="111238206" sldId="273"/>
        </pc:sldMkLst>
      </pc:sldChg>
      <pc:sldChg chg="modSp mod">
        <pc:chgData name="BBZW;FMZ; Wicki Michael (Lehrperson)" userId="3f751286-0333-4a5b-a1bf-0c4eee9565b5" providerId="ADAL" clId="{D6E0361D-90CC-45F4-9A92-3898C9045079}" dt="2024-03-27T05:45:00.888" v="687"/>
        <pc:sldMkLst>
          <pc:docMk/>
          <pc:sldMk cId="3606767413" sldId="289"/>
        </pc:sldMkLst>
      </pc:sldChg>
      <pc:sldChg chg="addSp delSp modSp mod">
        <pc:chgData name="BBZW;FMZ; Wicki Michael (Lehrperson)" userId="3f751286-0333-4a5b-a1bf-0c4eee9565b5" providerId="ADAL" clId="{D6E0361D-90CC-45F4-9A92-3898C9045079}" dt="2024-03-26T14:26:06.807" v="483" actId="1076"/>
        <pc:sldMkLst>
          <pc:docMk/>
          <pc:sldMk cId="2355103116" sldId="290"/>
        </pc:sldMkLst>
      </pc:sldChg>
      <pc:sldChg chg="del">
        <pc:chgData name="BBZW;FMZ; Wicki Michael (Lehrperson)" userId="3f751286-0333-4a5b-a1bf-0c4eee9565b5" providerId="ADAL" clId="{D6E0361D-90CC-45F4-9A92-3898C9045079}" dt="2024-03-26T14:13:47.563" v="47" actId="47"/>
        <pc:sldMkLst>
          <pc:docMk/>
          <pc:sldMk cId="465808879" sldId="291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4:25:26.143" v="442" actId="20577"/>
        <pc:sldMkLst>
          <pc:docMk/>
          <pc:sldMk cId="1028155850" sldId="291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11:33.704" v="579" actId="1076"/>
        <pc:sldMkLst>
          <pc:docMk/>
          <pc:sldMk cId="142506485" sldId="292"/>
        </pc:sldMkLst>
      </pc:sldChg>
      <pc:sldChg chg="del">
        <pc:chgData name="BBZW;FMZ; Wicki Michael (Lehrperson)" userId="3f751286-0333-4a5b-a1bf-0c4eee9565b5" providerId="ADAL" clId="{D6E0361D-90CC-45F4-9A92-3898C9045079}" dt="2024-03-26T14:13:48.457" v="48" actId="47"/>
        <pc:sldMkLst>
          <pc:docMk/>
          <pc:sldMk cId="1445171776" sldId="292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13:23.337" v="623" actId="20577"/>
        <pc:sldMkLst>
          <pc:docMk/>
          <pc:sldMk cId="2190786122" sldId="293"/>
        </pc:sldMkLst>
      </pc:sldChg>
      <pc:sldChg chg="del">
        <pc:chgData name="BBZW;FMZ; Wicki Michael (Lehrperson)" userId="3f751286-0333-4a5b-a1bf-0c4eee9565b5" providerId="ADAL" clId="{D6E0361D-90CC-45F4-9A92-3898C9045079}" dt="2024-03-26T14:13:49.069" v="49" actId="47"/>
        <pc:sldMkLst>
          <pc:docMk/>
          <pc:sldMk cId="3152346858" sldId="293"/>
        </pc:sldMkLst>
      </pc:sldChg>
      <pc:sldChg chg="del">
        <pc:chgData name="BBZW;FMZ; Wicki Michael (Lehrperson)" userId="3f751286-0333-4a5b-a1bf-0c4eee9565b5" providerId="ADAL" clId="{D6E0361D-90CC-45F4-9A92-3898C9045079}" dt="2024-03-26T14:13:50.241" v="50" actId="47"/>
        <pc:sldMkLst>
          <pc:docMk/>
          <pc:sldMk cId="1232265588" sldId="294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07:55.314" v="576" actId="1076"/>
        <pc:sldMkLst>
          <pc:docMk/>
          <pc:sldMk cId="2640504373" sldId="2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15.09.2025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15.09.2025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15.09.2025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15.09.2025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15.09.2025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/>
              <a:t>05 Grössen für Schriftarten (Abstände)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6F1EE93-EBBE-1A32-7BE1-8CCAA0C7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/>
          <a:p>
            <a:r>
              <a:rPr lang="de-CH" b="1" dirty="0"/>
              <a:t>Absolute Einheiten</a:t>
            </a:r>
            <a:r>
              <a:rPr lang="de-CH" dirty="0"/>
              <a:t>:</a:t>
            </a:r>
          </a:p>
          <a:p>
            <a:pPr lvl="1"/>
            <a:r>
              <a:rPr lang="de-CH" sz="2800" b="1" dirty="0"/>
              <a:t>Pixel (</a:t>
            </a:r>
            <a:r>
              <a:rPr lang="de-CH" sz="2800" b="1" dirty="0" err="1"/>
              <a:t>px</a:t>
            </a:r>
            <a:r>
              <a:rPr lang="de-CH" sz="2800" b="1" dirty="0"/>
              <a:t>): </a:t>
            </a:r>
            <a:r>
              <a:rPr lang="de-CH" sz="2800" dirty="0"/>
              <a:t>Kleinste Einheit auf dem Bildschirm.</a:t>
            </a:r>
            <a:br>
              <a:rPr lang="de-CH" sz="2800" dirty="0"/>
            </a:br>
            <a:r>
              <a:rPr lang="de-CH" sz="2800" dirty="0"/>
              <a:t>→ Häufig verwendet für präzise Abstände oder Linien.</a:t>
            </a:r>
          </a:p>
          <a:p>
            <a:pPr lvl="1"/>
            <a:r>
              <a:rPr lang="de-CH" sz="2800" b="1" dirty="0"/>
              <a:t>Punkt (</a:t>
            </a:r>
            <a:r>
              <a:rPr lang="de-CH" sz="2800" b="1" dirty="0" err="1"/>
              <a:t>pt</a:t>
            </a:r>
            <a:r>
              <a:rPr lang="de-CH" sz="2800" b="1" dirty="0"/>
              <a:t>): </a:t>
            </a:r>
            <a:r>
              <a:rPr lang="de-CH" sz="2800" dirty="0"/>
              <a:t>Ursprünglich aus dem Druckbereich, 1pt = 1/72 Zoll.</a:t>
            </a:r>
            <a:br>
              <a:rPr lang="de-CH" sz="2800" dirty="0"/>
            </a:br>
            <a:r>
              <a:rPr lang="de-CH" sz="2800" dirty="0"/>
              <a:t>→ Am Bildschirm fast wie </a:t>
            </a:r>
            <a:r>
              <a:rPr lang="de-CH" sz="2800" dirty="0" err="1"/>
              <a:t>px</a:t>
            </a:r>
            <a:r>
              <a:rPr lang="de-CH" sz="2800" dirty="0"/>
              <a:t>, aber weniger gebräuchlich.</a:t>
            </a:r>
          </a:p>
          <a:p>
            <a:pPr lvl="1"/>
            <a:r>
              <a:rPr lang="de-CH" sz="2800" b="1" dirty="0"/>
              <a:t>Zentimeter / Millimeter / Zoll </a:t>
            </a:r>
            <a:r>
              <a:rPr lang="de-CH" sz="2800" dirty="0"/>
              <a:t>(cm, mm, </a:t>
            </a:r>
            <a:r>
              <a:rPr lang="de-CH" sz="2800" dirty="0" err="1"/>
              <a:t>inch</a:t>
            </a:r>
            <a:r>
              <a:rPr lang="de-CH" sz="2800" dirty="0"/>
              <a:t>):</a:t>
            </a:r>
            <a:br>
              <a:rPr lang="de-CH" sz="2800" dirty="0"/>
            </a:br>
            <a:r>
              <a:rPr lang="de-CH" sz="2800" dirty="0"/>
              <a:t>→ Versuchen sich an realen physikalischen Massen zu orientieren, sind aber von Monitor &amp; Software limitiert.</a:t>
            </a:r>
            <a:br>
              <a:rPr lang="de-CH" sz="2800" dirty="0"/>
            </a:br>
            <a:r>
              <a:rPr lang="de-CH" sz="2800" dirty="0"/>
              <a:t>→ Für Web eher ungeeignet.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8F282D-C9DD-F6BF-89E8-DDE761E0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15.09.2025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82E563-1B62-4DAB-81C0-D1213192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92054B-9DCE-B752-D88A-CC034A7F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880C865-9811-903C-18E3-019B7CAB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für Grössen &amp; Abstands-Typen gibt es?</a:t>
            </a:r>
          </a:p>
        </p:txBody>
      </p:sp>
    </p:spTree>
    <p:extLst>
      <p:ext uri="{BB962C8B-B14F-4D97-AF65-F5344CB8AC3E}">
        <p14:creationId xmlns:p14="http://schemas.microsoft.com/office/powerpoint/2010/main" val="102815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A1343-F9CC-A056-6A2A-4B111534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D0421CC-12F5-4C65-D94A-0F0D75F10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1872000"/>
            <a:ext cx="11160821" cy="438416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227965" indent="-227965"/>
            <a:r>
              <a:rPr lang="de-DE" b="1" dirty="0">
                <a:sym typeface="Wingdings" panose="05000000000000000000" pitchFamily="2" charset="2"/>
              </a:rPr>
              <a:t>Relative Einheiten:</a:t>
            </a:r>
            <a:endParaRPr lang="de-DE" dirty="0"/>
          </a:p>
          <a:p>
            <a:pPr marL="685165" lvl="1" indent="-227965"/>
            <a:r>
              <a:rPr lang="de-CH" sz="2600" b="1" dirty="0">
                <a:sym typeface="Wingdings" panose="05000000000000000000" pitchFamily="2" charset="2"/>
              </a:rPr>
              <a:t>Prozent (%)</a:t>
            </a:r>
            <a:br>
              <a:rPr lang="de-CH" sz="2600" dirty="0">
                <a:sym typeface="Wingdings" panose="05000000000000000000" pitchFamily="2" charset="2"/>
              </a:rPr>
            </a:br>
            <a:r>
              <a:rPr lang="de-CH" sz="2600" dirty="0">
                <a:sym typeface="Wingdings" panose="05000000000000000000" pitchFamily="2" charset="2"/>
              </a:rPr>
              <a:t>Bezieht sich auf die Grösse des Elternelements.</a:t>
            </a:r>
            <a:br>
              <a:rPr lang="de-CH" sz="2600" dirty="0">
                <a:sym typeface="Wingdings" panose="05000000000000000000" pitchFamily="2" charset="2"/>
              </a:rPr>
            </a:br>
            <a:r>
              <a:rPr lang="de-CH" sz="2600" dirty="0">
                <a:sym typeface="Wingdings" panose="05000000000000000000" pitchFamily="2" charset="2"/>
              </a:rPr>
              <a:t>Beispiel: </a:t>
            </a:r>
            <a:r>
              <a:rPr lang="de-CH" sz="2600" dirty="0" err="1">
                <a:sym typeface="Wingdings" panose="05000000000000000000" pitchFamily="2" charset="2"/>
              </a:rPr>
              <a:t>width</a:t>
            </a:r>
            <a:r>
              <a:rPr lang="de-CH" sz="2600" dirty="0">
                <a:sym typeface="Wingdings" panose="05000000000000000000" pitchFamily="2" charset="2"/>
              </a:rPr>
              <a:t>: 50% macht das Element halb so breit wie sein Elterncontainer.</a:t>
            </a:r>
            <a:endParaRPr lang="de-CH" sz="2600" dirty="0">
              <a:cs typeface="Segoe UI"/>
            </a:endParaRPr>
          </a:p>
          <a:p>
            <a:pPr marL="685165" lvl="1" indent="-227965"/>
            <a:r>
              <a:rPr lang="de-CH" sz="2600" b="1" dirty="0" err="1">
                <a:sym typeface="Wingdings" panose="05000000000000000000" pitchFamily="2" charset="2"/>
              </a:rPr>
              <a:t>em</a:t>
            </a:r>
            <a:br>
              <a:rPr lang="de-CH" sz="2600" dirty="0">
                <a:sym typeface="Wingdings" panose="05000000000000000000" pitchFamily="2" charset="2"/>
              </a:rPr>
            </a:br>
            <a:r>
              <a:rPr lang="de-CH" sz="2600" dirty="0">
                <a:sym typeface="Wingdings" panose="05000000000000000000" pitchFamily="2" charset="2"/>
              </a:rPr>
              <a:t>Schriftgrösse bezieht sich auf die Schriftgrösse des Eltern-Elements.</a:t>
            </a:r>
            <a:br>
              <a:rPr lang="de-CH" sz="2600" dirty="0">
                <a:sym typeface="Wingdings" panose="05000000000000000000" pitchFamily="2" charset="2"/>
              </a:rPr>
            </a:br>
            <a:r>
              <a:rPr lang="de-CH" sz="2600" dirty="0">
                <a:ea typeface="+mn-lt"/>
                <a:cs typeface="+mn-lt"/>
              </a:rPr>
              <a:t>Bei anderen Eigenschaften (</a:t>
            </a:r>
            <a:r>
              <a:rPr lang="de-CH" sz="2600" dirty="0" err="1">
                <a:latin typeface="Consolas"/>
                <a:cs typeface="Segoe UI"/>
              </a:rPr>
              <a:t>margin</a:t>
            </a:r>
            <a:r>
              <a:rPr lang="de-CH" sz="2600" dirty="0">
                <a:ea typeface="+mn-lt"/>
                <a:cs typeface="+mn-lt"/>
              </a:rPr>
              <a:t>, </a:t>
            </a:r>
            <a:r>
              <a:rPr lang="de-CH" sz="2600" dirty="0" err="1">
                <a:latin typeface="Consolas"/>
                <a:cs typeface="Segoe UI"/>
              </a:rPr>
              <a:t>padding</a:t>
            </a:r>
            <a:r>
              <a:rPr lang="de-CH" sz="2600" dirty="0">
                <a:ea typeface="+mn-lt"/>
                <a:cs typeface="+mn-lt"/>
              </a:rPr>
              <a:t>, </a:t>
            </a:r>
            <a:r>
              <a:rPr lang="de-CH" sz="2600" dirty="0" err="1">
                <a:latin typeface="Consolas"/>
                <a:cs typeface="Segoe UI"/>
              </a:rPr>
              <a:t>line-height</a:t>
            </a:r>
            <a:r>
              <a:rPr lang="de-CH" sz="2600" dirty="0">
                <a:ea typeface="+mn-lt"/>
                <a:cs typeface="+mn-lt"/>
              </a:rPr>
              <a:t>, …) orientiert sich </a:t>
            </a:r>
            <a:r>
              <a:rPr lang="de-CH" sz="2600" dirty="0" err="1">
                <a:latin typeface="Consolas"/>
                <a:cs typeface="Segoe UI"/>
              </a:rPr>
              <a:t>em</a:t>
            </a:r>
            <a:r>
              <a:rPr lang="de-CH" sz="2600" dirty="0">
                <a:ea typeface="+mn-lt"/>
                <a:cs typeface="+mn-lt"/>
              </a:rPr>
              <a:t> an der </a:t>
            </a:r>
            <a:r>
              <a:rPr lang="de-CH" sz="2600" b="1" dirty="0">
                <a:ea typeface="+mn-lt"/>
                <a:cs typeface="+mn-lt"/>
              </a:rPr>
              <a:t>eigenen</a:t>
            </a:r>
            <a:r>
              <a:rPr lang="de-CH" sz="2600" dirty="0">
                <a:ea typeface="+mn-lt"/>
                <a:cs typeface="+mn-lt"/>
              </a:rPr>
              <a:t> (berechneten) Schriftgrösse des Elements.</a:t>
            </a:r>
            <a:endParaRPr lang="de-CH" sz="2600" dirty="0">
              <a:cs typeface="Segoe UI"/>
            </a:endParaRPr>
          </a:p>
          <a:p>
            <a:pPr marL="685165" lvl="1" indent="-227965"/>
            <a:r>
              <a:rPr lang="de-CH" sz="2600" b="1" dirty="0" err="1">
                <a:sym typeface="Wingdings" panose="05000000000000000000" pitchFamily="2" charset="2"/>
              </a:rPr>
              <a:t>rem</a:t>
            </a:r>
            <a:r>
              <a:rPr lang="de-CH" sz="2600" b="1" dirty="0">
                <a:sym typeface="Wingdings" panose="05000000000000000000" pitchFamily="2" charset="2"/>
              </a:rPr>
              <a:t> (Root EM)</a:t>
            </a:r>
            <a:br>
              <a:rPr lang="de-CH" sz="2600" b="1" dirty="0">
                <a:sym typeface="Wingdings" panose="05000000000000000000" pitchFamily="2" charset="2"/>
              </a:rPr>
            </a:br>
            <a:r>
              <a:rPr lang="de-CH" sz="2600" dirty="0">
                <a:sym typeface="Wingdings" panose="05000000000000000000" pitchFamily="2" charset="2"/>
              </a:rPr>
              <a:t>Bezieht sich auf die Schriftgrösse des Root-Elements (&lt;</a:t>
            </a:r>
            <a:r>
              <a:rPr lang="de-CH" sz="2600" dirty="0" err="1">
                <a:sym typeface="Wingdings" panose="05000000000000000000" pitchFamily="2" charset="2"/>
              </a:rPr>
              <a:t>html</a:t>
            </a:r>
            <a:r>
              <a:rPr lang="de-CH" sz="2600" dirty="0">
                <a:sym typeface="Wingdings" panose="05000000000000000000" pitchFamily="2" charset="2"/>
              </a:rPr>
              <a:t>&gt;).</a:t>
            </a:r>
            <a:br>
              <a:rPr lang="de-CH" sz="2600" dirty="0">
                <a:sym typeface="Wingdings" panose="05000000000000000000" pitchFamily="2" charset="2"/>
              </a:rPr>
            </a:br>
            <a:r>
              <a:rPr lang="de-CH" sz="2600" dirty="0">
                <a:sym typeface="Wingdings" panose="05000000000000000000" pitchFamily="2" charset="2"/>
              </a:rPr>
              <a:t>Vorteil: Einheitlich und unabhängig von verschachtelten Elementen.</a:t>
            </a:r>
            <a:endParaRPr lang="de-DE" sz="2600" dirty="0">
              <a:cs typeface="Segoe UI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5F74F74-2768-2277-5A37-D1B0D719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15.09.2025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0EEB1D-CCC6-DCF3-2D02-8456113F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39A77D-FDB5-422D-7773-0A51B10A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A3A9E1E-EF8F-CD0B-3C12-27BF307F5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für Grössen &amp; Abstands-Typen gibt es?</a:t>
            </a:r>
          </a:p>
        </p:txBody>
      </p:sp>
    </p:spTree>
    <p:extLst>
      <p:ext uri="{BB962C8B-B14F-4D97-AF65-F5344CB8AC3E}">
        <p14:creationId xmlns:p14="http://schemas.microsoft.com/office/powerpoint/2010/main" val="228266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D63A9A2-3D34-2C38-21EF-25BBDF2B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27965" indent="-227965"/>
            <a:r>
              <a:rPr lang="de-CH" dirty="0"/>
              <a:t>Pixel ist eine absolute Masseinheit</a:t>
            </a:r>
            <a:endParaRPr lang="de-DE"/>
          </a:p>
          <a:p>
            <a:pPr marL="227965" indent="-227965"/>
            <a:r>
              <a:rPr lang="de-CH" dirty="0"/>
              <a:t>In HTML beträgt die </a:t>
            </a:r>
            <a:r>
              <a:rPr lang="de-CH" b="1"/>
              <a:t>Standard-Schriftgrösse</a:t>
            </a:r>
            <a:r>
              <a:rPr lang="de-CH" dirty="0"/>
              <a:t> meistens </a:t>
            </a:r>
            <a:r>
              <a:rPr lang="de-CH" b="1" dirty="0"/>
              <a:t>16px</a:t>
            </a:r>
            <a:r>
              <a:rPr lang="de-CH" dirty="0"/>
              <a:t>.</a:t>
            </a:r>
            <a:endParaRPr lang="de-CH" dirty="0">
              <a:cs typeface="Segoe UI"/>
            </a:endParaRP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dirty="0"/>
              <a:t>Vorteile:</a:t>
            </a:r>
          </a:p>
          <a:p>
            <a:pPr marL="685165" lvl="1" indent="-227965"/>
            <a:r>
              <a:rPr lang="de-CH" sz="2600" dirty="0"/>
              <a:t>sehr präzise Kontrolle</a:t>
            </a:r>
            <a:endParaRPr lang="de-CH" sz="2600" dirty="0">
              <a:cs typeface="Segoe UI"/>
            </a:endParaRPr>
          </a:p>
          <a:p>
            <a:pPr marL="685165" lvl="1" indent="-227965"/>
            <a:r>
              <a:rPr lang="de-CH" sz="2600" dirty="0"/>
              <a:t>hohe Kompatibilität mit allen Browsern &amp; Geräten</a:t>
            </a:r>
            <a:endParaRPr lang="de-CH" sz="2600" dirty="0">
              <a:cs typeface="Segoe UI"/>
            </a:endParaRPr>
          </a:p>
          <a:p>
            <a:pPr marL="685165" lvl="1" indent="-227965"/>
            <a:endParaRPr lang="de-CH" dirty="0">
              <a:cs typeface="Segoe UI"/>
            </a:endParaRPr>
          </a:p>
          <a:p>
            <a:pPr marL="0" indent="0">
              <a:buNone/>
            </a:pPr>
            <a:r>
              <a:rPr lang="de-CH" dirty="0"/>
              <a:t>Nachteile:</a:t>
            </a:r>
          </a:p>
          <a:p>
            <a:pPr marL="685165" lvl="1" indent="-227965"/>
            <a:r>
              <a:rPr lang="de-CH" sz="2600" dirty="0"/>
              <a:t>Weniger flexibel </a:t>
            </a:r>
            <a:r>
              <a:rPr lang="de-CH" sz="2600" dirty="0">
                <a:sym typeface="Wingdings" panose="05000000000000000000" pitchFamily="2" charset="2"/>
              </a:rPr>
              <a:t> </a:t>
            </a:r>
            <a:r>
              <a:rPr lang="de-CH" sz="2600" dirty="0"/>
              <a:t>mehr Aufwand bei responsivem Design</a:t>
            </a:r>
            <a:endParaRPr lang="de-CH" sz="2600" dirty="0">
              <a:cs typeface="Segoe UI"/>
            </a:endParaRPr>
          </a:p>
          <a:p>
            <a:pPr marL="685165" lvl="1" indent="-227965"/>
            <a:r>
              <a:rPr lang="de-CH" sz="2600" dirty="0"/>
              <a:t>schlechte/keine Barrierefreiheit</a:t>
            </a:r>
            <a:br>
              <a:rPr lang="de-CH" sz="2600" dirty="0"/>
            </a:br>
            <a:r>
              <a:rPr lang="de-CH" sz="2600" dirty="0"/>
              <a:t>Schrift lässt sich bei festen Pixelwerten schlecht oder gar nicht anpassen</a:t>
            </a:r>
            <a:endParaRPr lang="de-CH" sz="2600" dirty="0">
              <a:cs typeface="Segoe UI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5B5BDB5-485D-76DD-F699-67BCBF8E6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15.09.2025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829CDC-72B0-244F-C74D-BA16453E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AD8818-4745-4D62-6CFA-CB531858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89A78D7-90FA-E4B1-B10C-E7649324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Pixel (</a:t>
            </a:r>
            <a:r>
              <a:rPr lang="de-CH" dirty="0" err="1"/>
              <a:t>px</a:t>
            </a:r>
            <a:r>
              <a:rPr lang="de-CH" dirty="0"/>
              <a:t>) im Detail</a:t>
            </a:r>
          </a:p>
        </p:txBody>
      </p:sp>
    </p:spTree>
    <p:extLst>
      <p:ext uri="{BB962C8B-B14F-4D97-AF65-F5344CB8AC3E}">
        <p14:creationId xmlns:p14="http://schemas.microsoft.com/office/powerpoint/2010/main" val="423483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5A12E01-55E8-0C5B-0E06-81D770EC6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de-D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REM ist eine relative </a:t>
            </a:r>
            <a:r>
              <a:rPr lang="de-DE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Masseinheit</a:t>
            </a:r>
            <a:endParaRPr lang="de-DE" b="0" i="0" dirty="0">
              <a:solidFill>
                <a:srgbClr val="000000"/>
              </a:solidFill>
              <a:effectLst/>
              <a:highlight>
                <a:srgbClr val="FFFFFF"/>
              </a:highlight>
              <a:cs typeface="Segoe UI"/>
            </a:endParaRPr>
          </a:p>
          <a:p>
            <a:pPr marL="227965" indent="-227965"/>
            <a:r>
              <a:rPr lang="de-CH" b="0" i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Sie orientiert sich nicht an der </a:t>
            </a:r>
            <a:r>
              <a:rPr lang="de-CH">
                <a:solidFill>
                  <a:srgbClr val="000000"/>
                </a:solidFill>
                <a:highlight>
                  <a:srgbClr val="FFFFFF"/>
                </a:highlight>
              </a:rPr>
              <a:t>Bildschirmgrösse</a:t>
            </a:r>
            <a:r>
              <a:rPr lang="de-CH" b="0" i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, sondern an der </a:t>
            </a:r>
            <a:r>
              <a:rPr lang="de-CH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Schriftgröße des Root-Elements </a:t>
            </a:r>
            <a:r>
              <a:rPr lang="de-C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(&lt;</a:t>
            </a:r>
            <a:r>
              <a:rPr lang="de-CH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html</a:t>
            </a:r>
            <a:r>
              <a:rPr lang="de-C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&gt;).</a:t>
            </a:r>
            <a:endParaRPr lang="de-DE" b="0" i="0" dirty="0">
              <a:solidFill>
                <a:srgbClr val="000000"/>
              </a:solidFill>
              <a:effectLst/>
              <a:highlight>
                <a:srgbClr val="FFFFFF"/>
              </a:highlight>
              <a:cs typeface="Segoe UI"/>
            </a:endParaRPr>
          </a:p>
          <a:p>
            <a:pPr marL="227965" indent="-227965"/>
            <a:r>
              <a:rPr lang="de-CH" dirty="0">
                <a:highlight>
                  <a:srgbClr val="FFFFFF"/>
                </a:highlight>
              </a:rPr>
              <a:t>Standard: </a:t>
            </a:r>
            <a:r>
              <a:rPr lang="de-CH" b="1" dirty="0">
                <a:highlight>
                  <a:srgbClr val="FFFFFF"/>
                </a:highlight>
              </a:rPr>
              <a:t>1rem = 16px</a:t>
            </a:r>
            <a:r>
              <a:rPr lang="de-CH" dirty="0">
                <a:highlight>
                  <a:srgbClr val="FFFFFF"/>
                </a:highlight>
              </a:rPr>
              <a:t> (falls der Browser nicht angepasst wurde).</a:t>
            </a:r>
            <a:endParaRPr lang="de-CH" dirty="0">
              <a:highlight>
                <a:srgbClr val="FFFFFF"/>
              </a:highlight>
              <a:cs typeface="Segoe UI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018436-9D43-2477-9129-4D30CFD9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15.09.2025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A81FB5-B754-B9FC-9BF6-E463DCE5B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4A3E08-4C01-8592-F2B3-52AF2E93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40E3A1C-55F1-302C-97BA-5F0CDA29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Root EM (REM) im Detail</a:t>
            </a:r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992C9F9F-1ED1-09A7-1C70-1EC772064CC8}"/>
              </a:ext>
            </a:extLst>
          </p:cNvPr>
          <p:cNvSpPr txBox="1">
            <a:spLocks/>
          </p:cNvSpPr>
          <p:nvPr/>
        </p:nvSpPr>
        <p:spPr>
          <a:xfrm>
            <a:off x="619200" y="4133088"/>
            <a:ext cx="5185223" cy="19568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dirty="0"/>
              <a:t>Vorteile:</a:t>
            </a:r>
          </a:p>
          <a:p>
            <a:pPr marL="685165" lvl="1" indent="-227965"/>
            <a:r>
              <a:rPr lang="de-CH" dirty="0"/>
              <a:t>Barrierefreiheit</a:t>
            </a:r>
            <a:br>
              <a:rPr lang="de-CH" dirty="0"/>
            </a:br>
            <a:r>
              <a:rPr lang="de-CH" dirty="0"/>
              <a:t>Nutzer können die Standard-</a:t>
            </a:r>
            <a:r>
              <a:rPr lang="de-CH"/>
              <a:t>Schriftgrösse des Browsers ändern.</a:t>
            </a:r>
            <a:endParaRPr lang="de-CH">
              <a:cs typeface="Segoe UI"/>
            </a:endParaRPr>
          </a:p>
          <a:p>
            <a:pPr marL="685165" lvl="1" indent="-227965"/>
            <a:r>
              <a:rPr lang="de-CH" dirty="0"/>
              <a:t>Einheitliches Skalieren: Alle Elemente passen sich im gleichen Verhältnis an.</a:t>
            </a:r>
            <a:endParaRPr lang="de-CH" dirty="0">
              <a:cs typeface="Segoe UI"/>
            </a:endParaRPr>
          </a:p>
        </p:txBody>
      </p:sp>
      <p:sp>
        <p:nvSpPr>
          <p:cNvPr id="10" name="Inhaltsplatzhalter 1">
            <a:extLst>
              <a:ext uri="{FF2B5EF4-FFF2-40B4-BE49-F238E27FC236}">
                <a16:creationId xmlns:a16="http://schemas.microsoft.com/office/drawing/2014/main" id="{21ABB033-8AEE-CF06-8A56-5CCC82A20A28}"/>
              </a:ext>
            </a:extLst>
          </p:cNvPr>
          <p:cNvSpPr txBox="1">
            <a:spLocks/>
          </p:cNvSpPr>
          <p:nvPr/>
        </p:nvSpPr>
        <p:spPr>
          <a:xfrm>
            <a:off x="6199199" y="4130910"/>
            <a:ext cx="5064907" cy="19568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dirty="0"/>
              <a:t>Nachteile:</a:t>
            </a:r>
          </a:p>
          <a:p>
            <a:pPr lvl="1"/>
            <a:r>
              <a:rPr lang="de-CH" dirty="0"/>
              <a:t>Höhere Komplexität bei der Berechnung von Werten</a:t>
            </a:r>
          </a:p>
          <a:p>
            <a:pPr lvl="1"/>
            <a:r>
              <a:rPr lang="de-CH" dirty="0"/>
              <a:t>Umrechnungsfehler können zu «verdrückten» Werten führen</a:t>
            </a:r>
            <a:br>
              <a:rPr lang="de-CH" dirty="0"/>
            </a:br>
            <a:r>
              <a:rPr lang="de-CH" dirty="0">
                <a:sym typeface="Wingdings" panose="05000000000000000000" pitchFamily="2" charset="2"/>
              </a:rPr>
              <a:t> nicht gut, wenn etwas pixelgenau sein muss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0129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53F5203-E58B-0DAC-51FE-3BC56CACE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Funktionsweise von EM ähnelt der von REM stark</a:t>
            </a:r>
          </a:p>
          <a:p>
            <a:r>
              <a:rPr lang="de-DE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EM orientiert sich am darüberliegenden Element, dem Parent</a:t>
            </a:r>
          </a:p>
          <a:p>
            <a:r>
              <a:rPr lang="de-CH" dirty="0"/>
              <a:t>Beispiel: Hat das Parent font-size: 20px, dann ist 1em = 20px.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BCCAD9-58E6-C68E-77B8-BB65BEB4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15.09.2025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EBA9A8-DE2D-C34D-F2D6-15C674C0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D63603-DAAC-8ED4-45A1-02CBCBF1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F9C43D5-93C5-09C2-8888-25B43462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EM</a:t>
            </a: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41DAB00A-1C17-EE4E-388D-540B1CCD6AF4}"/>
              </a:ext>
            </a:extLst>
          </p:cNvPr>
          <p:cNvSpPr txBox="1">
            <a:spLocks/>
          </p:cNvSpPr>
          <p:nvPr/>
        </p:nvSpPr>
        <p:spPr>
          <a:xfrm>
            <a:off x="619200" y="3584448"/>
            <a:ext cx="5139956" cy="250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dirty="0"/>
              <a:t>Vorteile:</a:t>
            </a:r>
          </a:p>
          <a:p>
            <a:pPr lvl="1"/>
            <a:r>
              <a:rPr lang="de-CH" dirty="0"/>
              <a:t>Sehr flexibel für die Erstellung responsiver Designs</a:t>
            </a:r>
          </a:p>
          <a:p>
            <a:pPr lvl="1"/>
            <a:r>
              <a:rPr lang="de-CH" dirty="0"/>
              <a:t>Ganze Sektionen können auf einmal angepasst werden</a:t>
            </a:r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EB6BFE3B-FA31-5E0F-5570-3896A0CFA13F}"/>
              </a:ext>
            </a:extLst>
          </p:cNvPr>
          <p:cNvSpPr txBox="1">
            <a:spLocks/>
          </p:cNvSpPr>
          <p:nvPr/>
        </p:nvSpPr>
        <p:spPr>
          <a:xfrm>
            <a:off x="6096000" y="3584448"/>
            <a:ext cx="5346356" cy="250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dirty="0"/>
              <a:t>Nachteile:</a:t>
            </a:r>
          </a:p>
          <a:p>
            <a:pPr lvl="1"/>
            <a:r>
              <a:rPr lang="de-CH" dirty="0"/>
              <a:t>Komplexität steigt bei verschachtelten Elementen</a:t>
            </a:r>
          </a:p>
          <a:p>
            <a:pPr lvl="1"/>
            <a:r>
              <a:rPr lang="de-CH" dirty="0"/>
              <a:t>Weniger barrierefrei, da es nicht direkt auf die Browser-Standardeinstellungen reagiert</a:t>
            </a:r>
          </a:p>
        </p:txBody>
      </p:sp>
    </p:spTree>
    <p:extLst>
      <p:ext uri="{BB962C8B-B14F-4D97-AF65-F5344CB8AC3E}">
        <p14:creationId xmlns:p14="http://schemas.microsoft.com/office/powerpoint/2010/main" val="179493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B71C9C9-D083-BE09-82F6-5E5125DD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15.09.2025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F4AB33-92FF-A9D7-2E7B-8408B108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798673-8C76-30CD-BD24-1604CACD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1BB3759-4331-73F7-C3AD-F6E1A714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Beispiel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91B24D2-13F2-A7CF-EF6B-D6E0B7E58E6D}"/>
              </a:ext>
            </a:extLst>
          </p:cNvPr>
          <p:cNvSpPr txBox="1"/>
          <p:nvPr/>
        </p:nvSpPr>
        <p:spPr>
          <a:xfrm>
            <a:off x="189432" y="1798848"/>
            <a:ext cx="609447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CH" sz="1400" b="0" err="1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-size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de-CH" sz="1400">
              <a:solidFill>
                <a:srgbClr val="777777"/>
              </a:solidFill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.box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CH" sz="1400" b="0" err="1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-size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>
                <a:solidFill>
                  <a:srgbClr val="9C5D27"/>
                </a:solidFill>
                <a:latin typeface="Consolas" panose="020B0609020204030204" pitchFamily="49" charset="0"/>
              </a:rPr>
              <a:t>2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}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CH" sz="1400" b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mitpx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CH" sz="1400" b="0" err="1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-size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}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CH" sz="1400" b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mitem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CH" sz="1400" b="0" err="1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-size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1.25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}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CH" sz="1400" b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mitrem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CH" sz="1400" b="0" err="1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-size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1.25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rem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}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C40F23D-7192-6086-BD27-CC12AB60EFD8}"/>
              </a:ext>
            </a:extLst>
          </p:cNvPr>
          <p:cNvSpPr txBox="1"/>
          <p:nvPr/>
        </p:nvSpPr>
        <p:spPr>
          <a:xfrm>
            <a:off x="3986663" y="5758125"/>
            <a:ext cx="6060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Annahme: </a:t>
            </a:r>
            <a:r>
              <a:rPr lang="de-CH" dirty="0"/>
              <a:t>HTML-Standard-Einstellung des Browsers: 16px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BAF3830-2A4F-7BEE-89D5-8AC0F20243BB}"/>
              </a:ext>
            </a:extLst>
          </p:cNvPr>
          <p:cNvSpPr txBox="1"/>
          <p:nvPr/>
        </p:nvSpPr>
        <p:spPr>
          <a:xfrm>
            <a:off x="3986663" y="1486956"/>
            <a:ext cx="63619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400" b="0" err="1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Schriftgösse vom Body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 i="1" err="1">
                <a:solidFill>
                  <a:srgbClr val="8190A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de-CH" sz="1400" b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 i="1" err="1">
                <a:solidFill>
                  <a:srgbClr val="8190A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de-CH" sz="1400" b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mitpx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Schriftgrösse mit PX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 i="1" err="1">
                <a:solidFill>
                  <a:srgbClr val="8190A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de-CH" sz="1400" b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mitrem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Schriftgrösse mit REM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400" b="0" i="1" err="1">
                <a:solidFill>
                  <a:srgbClr val="8190A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de-CH" sz="1400" b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mitem</a:t>
            </a:r>
            <a:r>
              <a:rPr lang="de-CH" sz="1400" b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Schriftgrösse mit EM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400" b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400" b="0" err="1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de-CH" sz="1400" b="0">
                <a:solidFill>
                  <a:srgbClr val="91B3E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6D1EE39-B007-8B80-0822-6F74F707D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663" y="3378779"/>
            <a:ext cx="7730235" cy="233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5146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572151e1c4d54ee0088b28abf6d03b1c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333e42a61cf00a1095387b2f3b7126ae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2A089A-249A-42FE-AD24-46BC184A9B1D}">
  <ds:schemaRefs>
    <ds:schemaRef ds:uri="1b3ed222-d7c6-47b4-ad0e-8ad80675c115"/>
    <ds:schemaRef ds:uri="4b7d4f44-5b41-4d39-8153-b5dafe92de9b"/>
    <ds:schemaRef ds:uri="98cc15a3-3e94-4076-998c-63c885c407b0"/>
    <ds:schemaRef ds:uri="ec62de01-3c60-4501-b46d-b2adce299403"/>
    <ds:schemaRef ds:uri="http://schemas.microsoft.com/office/2006/metadata/properties"/>
    <ds:schemaRef ds:uri="http://schemas.microsoft.com/office/infopath/2007/PartnerControls"/>
    <ds:schemaRef ds:uri="08a37d9d-9576-4bab-89c6-ad9e0707cb90"/>
    <ds:schemaRef ds:uri="8e922e2c-d434-4569-88ac-67afeec8ca9b"/>
  </ds:schemaRefs>
</ds:datastoreItem>
</file>

<file path=customXml/itemProps2.xml><?xml version="1.0" encoding="utf-8"?>
<ds:datastoreItem xmlns:ds="http://schemas.openxmlformats.org/officeDocument/2006/customXml" ds:itemID="{6FD0C798-BB28-45CE-A7D8-1FCC5E3C31F1}"/>
</file>

<file path=customXml/itemProps3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572</Words>
  <Application>Microsoft Office PowerPoint</Application>
  <PresentationFormat>Breitbild</PresentationFormat>
  <Paragraphs>84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Consolas</vt:lpstr>
      <vt:lpstr>Segoe UI</vt:lpstr>
      <vt:lpstr>Wingdings</vt:lpstr>
      <vt:lpstr>Kanton Luzern</vt:lpstr>
      <vt:lpstr>05 Grössen für Schriftarten (Abstände)</vt:lpstr>
      <vt:lpstr>Was für Grössen &amp; Abstands-Typen gibt es?</vt:lpstr>
      <vt:lpstr>Was für Grössen &amp; Abstands-Typen gibt es?</vt:lpstr>
      <vt:lpstr>Pixel (px) im Detail</vt:lpstr>
      <vt:lpstr>Root EM (REM) im Detail</vt:lpstr>
      <vt:lpstr>EM</vt:lpstr>
      <vt:lpstr>Beispiel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BBZW;FMZ; Wicki Michael (Lehrperson)</cp:lastModifiedBy>
  <cp:revision>22</cp:revision>
  <dcterms:created xsi:type="dcterms:W3CDTF">2021-03-11T13:07:41Z</dcterms:created>
  <dcterms:modified xsi:type="dcterms:W3CDTF">2025-09-15T13:31:42Z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